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310" r:id="rId4"/>
    <p:sldId id="315" r:id="rId5"/>
    <p:sldId id="260" r:id="rId6"/>
    <p:sldId id="318" r:id="rId7"/>
    <p:sldId id="261" r:id="rId8"/>
    <p:sldId id="262" r:id="rId9"/>
    <p:sldId id="263" r:id="rId10"/>
    <p:sldId id="303" r:id="rId11"/>
    <p:sldId id="304" r:id="rId12"/>
    <p:sldId id="305" r:id="rId13"/>
    <p:sldId id="306" r:id="rId14"/>
    <p:sldId id="307" r:id="rId15"/>
    <p:sldId id="309" r:id="rId16"/>
    <p:sldId id="265" r:id="rId17"/>
    <p:sldId id="264" r:id="rId18"/>
    <p:sldId id="300" r:id="rId19"/>
    <p:sldId id="301" r:id="rId20"/>
    <p:sldId id="299" r:id="rId21"/>
    <p:sldId id="302" r:id="rId22"/>
    <p:sldId id="289" r:id="rId23"/>
    <p:sldId id="291" r:id="rId24"/>
    <p:sldId id="292" r:id="rId25"/>
    <p:sldId id="295" r:id="rId26"/>
    <p:sldId id="313" r:id="rId27"/>
    <p:sldId id="294" r:id="rId28"/>
    <p:sldId id="319" r:id="rId29"/>
    <p:sldId id="321" r:id="rId30"/>
  </p:sldIdLst>
  <p:sldSz cx="9144000" cy="5143500" type="screen16x9"/>
  <p:notesSz cx="7315200" cy="123444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C16"/>
    <a:srgbClr val="0C788E"/>
    <a:srgbClr val="025198"/>
    <a:srgbClr val="000099"/>
    <a:srgbClr val="1C1C1C"/>
    <a:srgbClr val="660066"/>
    <a:srgbClr val="000058"/>
    <a:srgbClr val="5F5F5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912" autoAdjust="0"/>
    <p:restoredTop sz="94624" autoAdjust="0"/>
  </p:normalViewPr>
  <p:slideViewPr>
    <p:cSldViewPr>
      <p:cViewPr varScale="1">
        <p:scale>
          <a:sx n="142" d="100"/>
          <a:sy n="142" d="100"/>
        </p:scale>
        <p:origin x="-660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8" y="69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C3C458-60EF-4FC2-83A1-0F67D4E51AF4}" type="doc">
      <dgm:prSet loTypeId="urn:microsoft.com/office/officeart/2005/8/layout/radial2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C4B8BAC0-9068-4EB8-909D-950FFE075AB4}">
      <dgm:prSet custT="1"/>
      <dgm:spPr/>
      <dgm:t>
        <a:bodyPr/>
        <a:lstStyle/>
        <a:p>
          <a:pPr rtl="0"/>
          <a:r>
            <a:rPr lang="en-US" sz="1400" dirty="0" smtClean="0"/>
            <a:t>Linear</a:t>
          </a:r>
          <a:endParaRPr lang="en-US" sz="1400" dirty="0"/>
        </a:p>
      </dgm:t>
    </dgm:pt>
    <dgm:pt modelId="{DF2B19B5-943F-47EE-8A9E-8A2D43FC54DF}" type="parTrans" cxnId="{72849E3D-DC75-4B6A-BEEE-07483B567945}">
      <dgm:prSet/>
      <dgm:spPr/>
      <dgm:t>
        <a:bodyPr/>
        <a:lstStyle/>
        <a:p>
          <a:endParaRPr lang="en-US"/>
        </a:p>
      </dgm:t>
    </dgm:pt>
    <dgm:pt modelId="{BC29FF65-849C-45B6-9983-BFB7A3542F4D}" type="sibTrans" cxnId="{72849E3D-DC75-4B6A-BEEE-07483B567945}">
      <dgm:prSet/>
      <dgm:spPr/>
      <dgm:t>
        <a:bodyPr/>
        <a:lstStyle/>
        <a:p>
          <a:endParaRPr lang="en-US"/>
        </a:p>
      </dgm:t>
    </dgm:pt>
    <dgm:pt modelId="{7A804233-9890-4802-8865-37D8D6199BC0}">
      <dgm:prSet custT="1"/>
      <dgm:spPr/>
      <dgm:t>
        <a:bodyPr/>
        <a:lstStyle/>
        <a:p>
          <a:pPr rtl="0"/>
          <a:r>
            <a:rPr lang="en-US" sz="1400" dirty="0" smtClean="0"/>
            <a:t>Words</a:t>
          </a:r>
          <a:endParaRPr lang="en-US" sz="1400" dirty="0"/>
        </a:p>
      </dgm:t>
    </dgm:pt>
    <dgm:pt modelId="{1DF93BEF-696C-4164-8AD8-AFAAFACC19A0}" type="parTrans" cxnId="{368ED36C-AD14-4E5C-B52F-685065612329}">
      <dgm:prSet/>
      <dgm:spPr/>
      <dgm:t>
        <a:bodyPr/>
        <a:lstStyle/>
        <a:p>
          <a:endParaRPr lang="en-US"/>
        </a:p>
      </dgm:t>
    </dgm:pt>
    <dgm:pt modelId="{4B7B4B46-BA42-48A3-8959-6286DADEF87F}" type="sibTrans" cxnId="{368ED36C-AD14-4E5C-B52F-685065612329}">
      <dgm:prSet/>
      <dgm:spPr/>
      <dgm:t>
        <a:bodyPr/>
        <a:lstStyle/>
        <a:p>
          <a:endParaRPr lang="en-US"/>
        </a:p>
      </dgm:t>
    </dgm:pt>
    <dgm:pt modelId="{478656FD-A315-4216-A094-CF0F8E69C6CD}">
      <dgm:prSet custT="1"/>
      <dgm:spPr/>
      <dgm:t>
        <a:bodyPr/>
        <a:lstStyle/>
        <a:p>
          <a:pPr rtl="0"/>
          <a:r>
            <a:rPr lang="en-US" sz="1400" dirty="0" smtClean="0"/>
            <a:t>Mathematics</a:t>
          </a:r>
          <a:endParaRPr lang="en-US" sz="1400" dirty="0"/>
        </a:p>
      </dgm:t>
    </dgm:pt>
    <dgm:pt modelId="{EEA1C663-1185-4C0C-8531-B1EDABCA7B13}" type="parTrans" cxnId="{2EE2C83A-E1AF-4B26-9D5F-EFA7BD673EF0}">
      <dgm:prSet/>
      <dgm:spPr/>
      <dgm:t>
        <a:bodyPr/>
        <a:lstStyle/>
        <a:p>
          <a:endParaRPr lang="en-US"/>
        </a:p>
      </dgm:t>
    </dgm:pt>
    <dgm:pt modelId="{10B11309-8E0F-4E48-A6C2-CB9862E96BBF}" type="sibTrans" cxnId="{2EE2C83A-E1AF-4B26-9D5F-EFA7BD673EF0}">
      <dgm:prSet/>
      <dgm:spPr/>
      <dgm:t>
        <a:bodyPr/>
        <a:lstStyle/>
        <a:p>
          <a:endParaRPr lang="en-US"/>
        </a:p>
      </dgm:t>
    </dgm:pt>
    <dgm:pt modelId="{BD3A93C4-B675-44B5-A78D-5CF1F47897DF}">
      <dgm:prSet custT="1"/>
      <dgm:spPr/>
      <dgm:t>
        <a:bodyPr/>
        <a:lstStyle/>
        <a:p>
          <a:pPr rtl="0"/>
          <a:r>
            <a:rPr lang="en-US" sz="1400" dirty="0" smtClean="0"/>
            <a:t>Logic</a:t>
          </a:r>
          <a:endParaRPr lang="en-US" sz="1400" dirty="0"/>
        </a:p>
      </dgm:t>
    </dgm:pt>
    <dgm:pt modelId="{D1B51CD0-409F-4611-AEE7-27604D2BA78C}" type="parTrans" cxnId="{880EF319-4230-4E95-9228-3D1315ED419D}">
      <dgm:prSet/>
      <dgm:spPr/>
      <dgm:t>
        <a:bodyPr/>
        <a:lstStyle/>
        <a:p>
          <a:endParaRPr lang="en-US"/>
        </a:p>
      </dgm:t>
    </dgm:pt>
    <dgm:pt modelId="{04E63A87-F2E2-4CC1-AFC4-FAECD12E792B}" type="sibTrans" cxnId="{880EF319-4230-4E95-9228-3D1315ED419D}">
      <dgm:prSet/>
      <dgm:spPr/>
      <dgm:t>
        <a:bodyPr/>
        <a:lstStyle/>
        <a:p>
          <a:endParaRPr lang="en-US"/>
        </a:p>
      </dgm:t>
    </dgm:pt>
    <dgm:pt modelId="{C7B8DB6E-2ABC-487B-BD1C-E0255F5B1703}">
      <dgm:prSet custT="1"/>
      <dgm:spPr/>
      <dgm:t>
        <a:bodyPr/>
        <a:lstStyle/>
        <a:p>
          <a:pPr rtl="0"/>
          <a:r>
            <a:rPr lang="en-US" sz="1400" dirty="0" smtClean="0"/>
            <a:t>Analysis</a:t>
          </a:r>
          <a:endParaRPr lang="en-US" sz="1400" dirty="0"/>
        </a:p>
      </dgm:t>
    </dgm:pt>
    <dgm:pt modelId="{87AE45D4-3651-4575-B884-41B770343C5D}" type="parTrans" cxnId="{8BDFD697-C864-4E76-BFF8-3FD923CCA811}">
      <dgm:prSet/>
      <dgm:spPr/>
      <dgm:t>
        <a:bodyPr/>
        <a:lstStyle/>
        <a:p>
          <a:endParaRPr lang="en-US"/>
        </a:p>
      </dgm:t>
    </dgm:pt>
    <dgm:pt modelId="{9CEA6748-78AC-491A-A0AD-AE1DC41E8B9D}" type="sibTrans" cxnId="{8BDFD697-C864-4E76-BFF8-3FD923CCA811}">
      <dgm:prSet/>
      <dgm:spPr/>
      <dgm:t>
        <a:bodyPr/>
        <a:lstStyle/>
        <a:p>
          <a:endParaRPr lang="en-US"/>
        </a:p>
      </dgm:t>
    </dgm:pt>
    <dgm:pt modelId="{906A5920-BB3D-4CCD-A71F-F509FBAEA50F}">
      <dgm:prSet custT="1"/>
      <dgm:spPr/>
      <dgm:t>
        <a:bodyPr/>
        <a:lstStyle/>
        <a:p>
          <a:pPr rtl="0"/>
          <a:r>
            <a:rPr lang="en-US" sz="1400" dirty="0" smtClean="0"/>
            <a:t>Sequencing</a:t>
          </a:r>
          <a:endParaRPr lang="en-US" sz="1400" dirty="0"/>
        </a:p>
      </dgm:t>
    </dgm:pt>
    <dgm:pt modelId="{B63F09F2-1DD4-49EB-88F0-B13C51051F3C}" type="parTrans" cxnId="{264F49A9-E164-4A19-82C0-AE57CDFD7451}">
      <dgm:prSet/>
      <dgm:spPr/>
      <dgm:t>
        <a:bodyPr/>
        <a:lstStyle/>
        <a:p>
          <a:endParaRPr lang="en-US"/>
        </a:p>
      </dgm:t>
    </dgm:pt>
    <dgm:pt modelId="{C271CD3E-09EF-4C98-AFBF-636B8B5E4055}" type="sibTrans" cxnId="{264F49A9-E164-4A19-82C0-AE57CDFD7451}">
      <dgm:prSet/>
      <dgm:spPr/>
      <dgm:t>
        <a:bodyPr/>
        <a:lstStyle/>
        <a:p>
          <a:endParaRPr lang="en-US"/>
        </a:p>
      </dgm:t>
    </dgm:pt>
    <dgm:pt modelId="{C09C052B-BEC4-488D-B690-C13035055D32}">
      <dgm:prSet custT="1"/>
      <dgm:spPr/>
      <dgm:t>
        <a:bodyPr/>
        <a:lstStyle/>
        <a:p>
          <a:pPr rtl="0"/>
          <a:r>
            <a:rPr lang="en-US" sz="1400" dirty="0" smtClean="0"/>
            <a:t>Language</a:t>
          </a:r>
          <a:endParaRPr lang="en-US" sz="1400" dirty="0"/>
        </a:p>
      </dgm:t>
    </dgm:pt>
    <dgm:pt modelId="{B64B50C5-CA5F-4C60-86FF-C839C09E3AE0}" type="parTrans" cxnId="{6F4C3A06-2F9F-43D3-9538-C3651741286F}">
      <dgm:prSet/>
      <dgm:spPr/>
      <dgm:t>
        <a:bodyPr/>
        <a:lstStyle/>
        <a:p>
          <a:endParaRPr lang="en-US"/>
        </a:p>
      </dgm:t>
    </dgm:pt>
    <dgm:pt modelId="{590D4FF2-A279-477F-9D31-17E82571AB2C}" type="sibTrans" cxnId="{6F4C3A06-2F9F-43D3-9538-C3651741286F}">
      <dgm:prSet/>
      <dgm:spPr/>
      <dgm:t>
        <a:bodyPr/>
        <a:lstStyle/>
        <a:p>
          <a:endParaRPr lang="en-US"/>
        </a:p>
      </dgm:t>
    </dgm:pt>
    <dgm:pt modelId="{5208DEAF-6341-4376-B616-26FCE97AA89B}">
      <dgm:prSet custT="1"/>
      <dgm:spPr/>
      <dgm:t>
        <a:bodyPr/>
        <a:lstStyle/>
        <a:p>
          <a:pPr rtl="0"/>
          <a:r>
            <a:rPr lang="en-US" sz="1400" dirty="0" smtClean="0"/>
            <a:t>Facts</a:t>
          </a:r>
          <a:endParaRPr lang="en-US" sz="1400" dirty="0"/>
        </a:p>
      </dgm:t>
    </dgm:pt>
    <dgm:pt modelId="{C448C886-D60F-4D76-8C79-9EBF2CB3FF66}" type="parTrans" cxnId="{4D527B31-EE34-4E2D-8E1E-5E272A29B947}">
      <dgm:prSet/>
      <dgm:spPr/>
      <dgm:t>
        <a:bodyPr/>
        <a:lstStyle/>
        <a:p>
          <a:endParaRPr lang="en-US"/>
        </a:p>
      </dgm:t>
    </dgm:pt>
    <dgm:pt modelId="{162376A5-589D-493E-AB2B-893CC84B3084}" type="sibTrans" cxnId="{4D527B31-EE34-4E2D-8E1E-5E272A29B947}">
      <dgm:prSet/>
      <dgm:spPr/>
      <dgm:t>
        <a:bodyPr/>
        <a:lstStyle/>
        <a:p>
          <a:endParaRPr lang="en-US"/>
        </a:p>
      </dgm:t>
    </dgm:pt>
    <dgm:pt modelId="{E880A486-D4DA-48F2-95C5-72035ED0FAEE}" type="pres">
      <dgm:prSet presAssocID="{E1C3C458-60EF-4FC2-83A1-0F67D4E51AF4}" presName="composite" presStyleCnt="0">
        <dgm:presLayoutVars>
          <dgm:chMax val="5"/>
          <dgm:dir val="rev"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CC23F05-AA33-4330-9ED7-0A9D459E9243}" type="pres">
      <dgm:prSet presAssocID="{E1C3C458-60EF-4FC2-83A1-0F67D4E51AF4}" presName="cycle" presStyleCnt="0"/>
      <dgm:spPr/>
    </dgm:pt>
    <dgm:pt modelId="{B4864C90-C461-4B84-BFC4-19B577C96A21}" type="pres">
      <dgm:prSet presAssocID="{E1C3C458-60EF-4FC2-83A1-0F67D4E51AF4}" presName="centerShape" presStyleCnt="0"/>
      <dgm:spPr/>
    </dgm:pt>
    <dgm:pt modelId="{0FA6023A-FF79-47FD-9E6C-EBFE43237CBA}" type="pres">
      <dgm:prSet presAssocID="{E1C3C458-60EF-4FC2-83A1-0F67D4E51AF4}" presName="connSite" presStyleLbl="node1" presStyleIdx="0" presStyleCnt="9"/>
      <dgm:spPr/>
    </dgm:pt>
    <dgm:pt modelId="{3E7F888F-7164-4D97-9F27-7C09C0F5928E}" type="pres">
      <dgm:prSet presAssocID="{E1C3C458-60EF-4FC2-83A1-0F67D4E51AF4}" presName="visible" presStyleLbl="node1" presStyleIdx="0" presStyleCnt="9"/>
      <dgm:spPr/>
    </dgm:pt>
    <dgm:pt modelId="{975AC36A-BD2C-4F7E-BC7C-F5B8FB276878}" type="pres">
      <dgm:prSet presAssocID="{DF2B19B5-943F-47EE-8A9E-8A2D43FC54DF}" presName="Name25" presStyleLbl="parChTrans1D1" presStyleIdx="0" presStyleCnt="8"/>
      <dgm:spPr/>
      <dgm:t>
        <a:bodyPr/>
        <a:lstStyle/>
        <a:p>
          <a:endParaRPr lang="en-US"/>
        </a:p>
      </dgm:t>
    </dgm:pt>
    <dgm:pt modelId="{4BA72222-2539-40FC-B261-853956AD2FED}" type="pres">
      <dgm:prSet presAssocID="{C4B8BAC0-9068-4EB8-909D-950FFE075AB4}" presName="node" presStyleCnt="0"/>
      <dgm:spPr/>
    </dgm:pt>
    <dgm:pt modelId="{968541DF-D17C-4058-AC20-84ED23CE9E0F}" type="pres">
      <dgm:prSet presAssocID="{C4B8BAC0-9068-4EB8-909D-950FFE075AB4}" presName="parentNode" presStyleLbl="node1" presStyleIdx="1" presStyleCnt="9" custScaleX="4398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D55F96-C243-463C-B3EF-C5A882A18096}" type="pres">
      <dgm:prSet presAssocID="{C4B8BAC0-9068-4EB8-909D-950FFE075AB4}" presName="childNode" presStyleLbl="revTx" presStyleIdx="0" presStyleCnt="0">
        <dgm:presLayoutVars>
          <dgm:bulletEnabled val="1"/>
        </dgm:presLayoutVars>
      </dgm:prSet>
      <dgm:spPr/>
    </dgm:pt>
    <dgm:pt modelId="{D63877FC-9A78-4F6F-A20E-61C2189734E3}" type="pres">
      <dgm:prSet presAssocID="{1DF93BEF-696C-4164-8AD8-AFAAFACC19A0}" presName="Name25" presStyleLbl="parChTrans1D1" presStyleIdx="1" presStyleCnt="8"/>
      <dgm:spPr/>
      <dgm:t>
        <a:bodyPr/>
        <a:lstStyle/>
        <a:p>
          <a:endParaRPr lang="en-US"/>
        </a:p>
      </dgm:t>
    </dgm:pt>
    <dgm:pt modelId="{923CB50A-09A9-457E-ABC8-1DA7C1D16B4F}" type="pres">
      <dgm:prSet presAssocID="{7A804233-9890-4802-8865-37D8D6199BC0}" presName="node" presStyleCnt="0"/>
      <dgm:spPr/>
    </dgm:pt>
    <dgm:pt modelId="{3F3F00AA-8A0B-4EBF-9F67-944457BE5947}" type="pres">
      <dgm:prSet presAssocID="{7A804233-9890-4802-8865-37D8D6199BC0}" presName="parentNode" presStyleLbl="node1" presStyleIdx="2" presStyleCnt="9" custScaleX="38511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630206-2162-4D23-9E9B-C4FD7DBF1967}" type="pres">
      <dgm:prSet presAssocID="{7A804233-9890-4802-8865-37D8D6199BC0}" presName="childNode" presStyleLbl="revTx" presStyleIdx="0" presStyleCnt="0">
        <dgm:presLayoutVars>
          <dgm:bulletEnabled val="1"/>
        </dgm:presLayoutVars>
      </dgm:prSet>
      <dgm:spPr/>
    </dgm:pt>
    <dgm:pt modelId="{923AB68E-148B-4F4C-BBCF-BD4208D70B94}" type="pres">
      <dgm:prSet presAssocID="{EEA1C663-1185-4C0C-8531-B1EDABCA7B13}" presName="Name25" presStyleLbl="parChTrans1D1" presStyleIdx="2" presStyleCnt="8"/>
      <dgm:spPr/>
      <dgm:t>
        <a:bodyPr/>
        <a:lstStyle/>
        <a:p>
          <a:endParaRPr lang="en-US"/>
        </a:p>
      </dgm:t>
    </dgm:pt>
    <dgm:pt modelId="{B7A3E85D-DB63-4B20-9EFC-AF77784D6DB9}" type="pres">
      <dgm:prSet presAssocID="{478656FD-A315-4216-A094-CF0F8E69C6CD}" presName="node" presStyleCnt="0"/>
      <dgm:spPr/>
    </dgm:pt>
    <dgm:pt modelId="{B6ADD7BA-E4DE-47FA-8A72-2AF62B1649B9}" type="pres">
      <dgm:prSet presAssocID="{478656FD-A315-4216-A094-CF0F8E69C6CD}" presName="parentNode" presStyleLbl="node1" presStyleIdx="3" presStyleCnt="9" custScaleX="52070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CD5533-0C58-4C82-935E-9F2FF658EB2B}" type="pres">
      <dgm:prSet presAssocID="{478656FD-A315-4216-A094-CF0F8E69C6CD}" presName="childNode" presStyleLbl="revTx" presStyleIdx="0" presStyleCnt="0">
        <dgm:presLayoutVars>
          <dgm:bulletEnabled val="1"/>
        </dgm:presLayoutVars>
      </dgm:prSet>
      <dgm:spPr/>
    </dgm:pt>
    <dgm:pt modelId="{B57C0CA5-2FE1-4854-AE33-84C47BEC160D}" type="pres">
      <dgm:prSet presAssocID="{D1B51CD0-409F-4611-AEE7-27604D2BA78C}" presName="Name25" presStyleLbl="parChTrans1D1" presStyleIdx="3" presStyleCnt="8"/>
      <dgm:spPr/>
      <dgm:t>
        <a:bodyPr/>
        <a:lstStyle/>
        <a:p>
          <a:endParaRPr lang="en-US"/>
        </a:p>
      </dgm:t>
    </dgm:pt>
    <dgm:pt modelId="{5441ED25-99E1-4EEF-8727-77A1899CDF5D}" type="pres">
      <dgm:prSet presAssocID="{BD3A93C4-B675-44B5-A78D-5CF1F47897DF}" presName="node" presStyleCnt="0"/>
      <dgm:spPr/>
    </dgm:pt>
    <dgm:pt modelId="{26D84F11-7992-4244-9AAD-C29A0BCA02C8}" type="pres">
      <dgm:prSet presAssocID="{BD3A93C4-B675-44B5-A78D-5CF1F47897DF}" presName="parentNode" presStyleLbl="node1" presStyleIdx="4" presStyleCnt="9" custScaleX="35424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E0E967-0A7C-4FD3-8068-43078826DC21}" type="pres">
      <dgm:prSet presAssocID="{BD3A93C4-B675-44B5-A78D-5CF1F47897DF}" presName="childNode" presStyleLbl="revTx" presStyleIdx="0" presStyleCnt="0">
        <dgm:presLayoutVars>
          <dgm:bulletEnabled val="1"/>
        </dgm:presLayoutVars>
      </dgm:prSet>
      <dgm:spPr/>
    </dgm:pt>
    <dgm:pt modelId="{FE6C5E81-15FE-4388-B693-DA2A0AC06E49}" type="pres">
      <dgm:prSet presAssocID="{87AE45D4-3651-4575-B884-41B770343C5D}" presName="Name25" presStyleLbl="parChTrans1D1" presStyleIdx="4" presStyleCnt="8"/>
      <dgm:spPr/>
      <dgm:t>
        <a:bodyPr/>
        <a:lstStyle/>
        <a:p>
          <a:endParaRPr lang="en-US"/>
        </a:p>
      </dgm:t>
    </dgm:pt>
    <dgm:pt modelId="{9BEE1BF7-9323-42C0-B626-2E3837915A23}" type="pres">
      <dgm:prSet presAssocID="{C7B8DB6E-2ABC-487B-BD1C-E0255F5B1703}" presName="node" presStyleCnt="0"/>
      <dgm:spPr/>
    </dgm:pt>
    <dgm:pt modelId="{58F9BF3D-7446-4337-8812-88F4897F1F0D}" type="pres">
      <dgm:prSet presAssocID="{C7B8DB6E-2ABC-487B-BD1C-E0255F5B1703}" presName="parentNode" presStyleLbl="node1" presStyleIdx="5" presStyleCnt="9" custScaleX="34344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9F889A-6144-43F7-AA85-107BD1A65F72}" type="pres">
      <dgm:prSet presAssocID="{C7B8DB6E-2ABC-487B-BD1C-E0255F5B1703}" presName="childNode" presStyleLbl="revTx" presStyleIdx="0" presStyleCnt="0">
        <dgm:presLayoutVars>
          <dgm:bulletEnabled val="1"/>
        </dgm:presLayoutVars>
      </dgm:prSet>
      <dgm:spPr/>
    </dgm:pt>
    <dgm:pt modelId="{0503F206-D08F-4919-9E0F-C822236C8741}" type="pres">
      <dgm:prSet presAssocID="{B63F09F2-1DD4-49EB-88F0-B13C51051F3C}" presName="Name25" presStyleLbl="parChTrans1D1" presStyleIdx="5" presStyleCnt="8"/>
      <dgm:spPr/>
      <dgm:t>
        <a:bodyPr/>
        <a:lstStyle/>
        <a:p>
          <a:endParaRPr lang="en-US"/>
        </a:p>
      </dgm:t>
    </dgm:pt>
    <dgm:pt modelId="{5AD4CA6E-5101-4DEA-AEF4-3F33482CE90E}" type="pres">
      <dgm:prSet presAssocID="{906A5920-BB3D-4CCD-A71F-F509FBAEA50F}" presName="node" presStyleCnt="0"/>
      <dgm:spPr/>
    </dgm:pt>
    <dgm:pt modelId="{CDD8C7C2-A10A-494E-8617-1337865400C5}" type="pres">
      <dgm:prSet presAssocID="{906A5920-BB3D-4CCD-A71F-F509FBAEA50F}" presName="parentNode" presStyleLbl="node1" presStyleIdx="6" presStyleCnt="9" custScaleX="46749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298637-538E-4C09-B5B4-0482F671AD75}" type="pres">
      <dgm:prSet presAssocID="{906A5920-BB3D-4CCD-A71F-F509FBAEA50F}" presName="childNode" presStyleLbl="revTx" presStyleIdx="0" presStyleCnt="0">
        <dgm:presLayoutVars>
          <dgm:bulletEnabled val="1"/>
        </dgm:presLayoutVars>
      </dgm:prSet>
      <dgm:spPr/>
    </dgm:pt>
    <dgm:pt modelId="{7C2F02B5-59DC-4693-8012-703BE3D76DD0}" type="pres">
      <dgm:prSet presAssocID="{B64B50C5-CA5F-4C60-86FF-C839C09E3AE0}" presName="Name25" presStyleLbl="parChTrans1D1" presStyleIdx="6" presStyleCnt="8"/>
      <dgm:spPr/>
      <dgm:t>
        <a:bodyPr/>
        <a:lstStyle/>
        <a:p>
          <a:endParaRPr lang="en-US"/>
        </a:p>
      </dgm:t>
    </dgm:pt>
    <dgm:pt modelId="{D8C5D9EF-A7DD-490B-8F9C-4C9982E18A9F}" type="pres">
      <dgm:prSet presAssocID="{C09C052B-BEC4-488D-B690-C13035055D32}" presName="node" presStyleCnt="0"/>
      <dgm:spPr/>
    </dgm:pt>
    <dgm:pt modelId="{A155A806-5B47-439E-829A-4D0CC58B1B20}" type="pres">
      <dgm:prSet presAssocID="{C09C052B-BEC4-488D-B690-C13035055D32}" presName="parentNode" presStyleLbl="node1" presStyleIdx="7" presStyleCnt="9" custScaleX="3906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572D2A-C747-4F41-AFC5-762C25584727}" type="pres">
      <dgm:prSet presAssocID="{C09C052B-BEC4-488D-B690-C13035055D32}" presName="childNode" presStyleLbl="revTx" presStyleIdx="0" presStyleCnt="0">
        <dgm:presLayoutVars>
          <dgm:bulletEnabled val="1"/>
        </dgm:presLayoutVars>
      </dgm:prSet>
      <dgm:spPr/>
    </dgm:pt>
    <dgm:pt modelId="{FB686438-354F-47E5-A304-D0ABEE7033AE}" type="pres">
      <dgm:prSet presAssocID="{C448C886-D60F-4D76-8C79-9EBF2CB3FF66}" presName="Name25" presStyleLbl="parChTrans1D1" presStyleIdx="7" presStyleCnt="8"/>
      <dgm:spPr/>
      <dgm:t>
        <a:bodyPr/>
        <a:lstStyle/>
        <a:p>
          <a:endParaRPr lang="en-US"/>
        </a:p>
      </dgm:t>
    </dgm:pt>
    <dgm:pt modelId="{F23C09F1-A4F3-4EC8-AB5E-461625B98148}" type="pres">
      <dgm:prSet presAssocID="{5208DEAF-6341-4376-B616-26FCE97AA89B}" presName="node" presStyleCnt="0"/>
      <dgm:spPr/>
    </dgm:pt>
    <dgm:pt modelId="{407AF5AB-EEC5-44BC-A483-2D622869EDA9}" type="pres">
      <dgm:prSet presAssocID="{5208DEAF-6341-4376-B616-26FCE97AA89B}" presName="parentNode" presStyleLbl="node1" presStyleIdx="8" presStyleCnt="9" custScaleX="41398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349618-624F-4081-AC49-4E993D48088C}" type="pres">
      <dgm:prSet presAssocID="{5208DEAF-6341-4376-B616-26FCE97AA89B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9E1932A7-BC26-40E8-82F7-79CA419AAC8F}" type="presOf" srcId="{D1B51CD0-409F-4611-AEE7-27604D2BA78C}" destId="{B57C0CA5-2FE1-4854-AE33-84C47BEC160D}" srcOrd="0" destOrd="0" presId="urn:microsoft.com/office/officeart/2005/8/layout/radial2"/>
    <dgm:cxn modelId="{368ED36C-AD14-4E5C-B52F-685065612329}" srcId="{E1C3C458-60EF-4FC2-83A1-0F67D4E51AF4}" destId="{7A804233-9890-4802-8865-37D8D6199BC0}" srcOrd="1" destOrd="0" parTransId="{1DF93BEF-696C-4164-8AD8-AFAAFACC19A0}" sibTransId="{4B7B4B46-BA42-48A3-8959-6286DADEF87F}"/>
    <dgm:cxn modelId="{4D527B31-EE34-4E2D-8E1E-5E272A29B947}" srcId="{E1C3C458-60EF-4FC2-83A1-0F67D4E51AF4}" destId="{5208DEAF-6341-4376-B616-26FCE97AA89B}" srcOrd="7" destOrd="0" parTransId="{C448C886-D60F-4D76-8C79-9EBF2CB3FF66}" sibTransId="{162376A5-589D-493E-AB2B-893CC84B3084}"/>
    <dgm:cxn modelId="{72849E3D-DC75-4B6A-BEEE-07483B567945}" srcId="{E1C3C458-60EF-4FC2-83A1-0F67D4E51AF4}" destId="{C4B8BAC0-9068-4EB8-909D-950FFE075AB4}" srcOrd="0" destOrd="0" parTransId="{DF2B19B5-943F-47EE-8A9E-8A2D43FC54DF}" sibTransId="{BC29FF65-849C-45B6-9983-BFB7A3542F4D}"/>
    <dgm:cxn modelId="{4C141215-8004-433B-A33A-C5DEDC56A42F}" type="presOf" srcId="{E1C3C458-60EF-4FC2-83A1-0F67D4E51AF4}" destId="{E880A486-D4DA-48F2-95C5-72035ED0FAEE}" srcOrd="0" destOrd="0" presId="urn:microsoft.com/office/officeart/2005/8/layout/radial2"/>
    <dgm:cxn modelId="{22BDBCB0-9F12-4B35-B7A1-845DD5737D8D}" type="presOf" srcId="{7A804233-9890-4802-8865-37D8D6199BC0}" destId="{3F3F00AA-8A0B-4EBF-9F67-944457BE5947}" srcOrd="0" destOrd="0" presId="urn:microsoft.com/office/officeart/2005/8/layout/radial2"/>
    <dgm:cxn modelId="{D991FC3E-9450-403E-B032-B4E70E961F32}" type="presOf" srcId="{BD3A93C4-B675-44B5-A78D-5CF1F47897DF}" destId="{26D84F11-7992-4244-9AAD-C29A0BCA02C8}" srcOrd="0" destOrd="0" presId="urn:microsoft.com/office/officeart/2005/8/layout/radial2"/>
    <dgm:cxn modelId="{2EE2C83A-E1AF-4B26-9D5F-EFA7BD673EF0}" srcId="{E1C3C458-60EF-4FC2-83A1-0F67D4E51AF4}" destId="{478656FD-A315-4216-A094-CF0F8E69C6CD}" srcOrd="2" destOrd="0" parTransId="{EEA1C663-1185-4C0C-8531-B1EDABCA7B13}" sibTransId="{10B11309-8E0F-4E48-A6C2-CB9862E96BBF}"/>
    <dgm:cxn modelId="{45EA1EA1-89AF-4703-A45F-0EE498CC5F99}" type="presOf" srcId="{C09C052B-BEC4-488D-B690-C13035055D32}" destId="{A155A806-5B47-439E-829A-4D0CC58B1B20}" srcOrd="0" destOrd="0" presId="urn:microsoft.com/office/officeart/2005/8/layout/radial2"/>
    <dgm:cxn modelId="{9A86AA70-B63A-42E6-90B3-37A20F3831FB}" type="presOf" srcId="{C7B8DB6E-2ABC-487B-BD1C-E0255F5B1703}" destId="{58F9BF3D-7446-4337-8812-88F4897F1F0D}" srcOrd="0" destOrd="0" presId="urn:microsoft.com/office/officeart/2005/8/layout/radial2"/>
    <dgm:cxn modelId="{23410CA9-BD11-4614-8588-DC17E887BD7E}" type="presOf" srcId="{EEA1C663-1185-4C0C-8531-B1EDABCA7B13}" destId="{923AB68E-148B-4F4C-BBCF-BD4208D70B94}" srcOrd="0" destOrd="0" presId="urn:microsoft.com/office/officeart/2005/8/layout/radial2"/>
    <dgm:cxn modelId="{7B7C0204-23AC-498D-B9C2-4D3454E9C0FE}" type="presOf" srcId="{1DF93BEF-696C-4164-8AD8-AFAAFACC19A0}" destId="{D63877FC-9A78-4F6F-A20E-61C2189734E3}" srcOrd="0" destOrd="0" presId="urn:microsoft.com/office/officeart/2005/8/layout/radial2"/>
    <dgm:cxn modelId="{880EF319-4230-4E95-9228-3D1315ED419D}" srcId="{E1C3C458-60EF-4FC2-83A1-0F67D4E51AF4}" destId="{BD3A93C4-B675-44B5-A78D-5CF1F47897DF}" srcOrd="3" destOrd="0" parTransId="{D1B51CD0-409F-4611-AEE7-27604D2BA78C}" sibTransId="{04E63A87-F2E2-4CC1-AFC4-FAECD12E792B}"/>
    <dgm:cxn modelId="{2754CA88-A132-4F24-AC68-ABC82AFAAB38}" type="presOf" srcId="{B64B50C5-CA5F-4C60-86FF-C839C09E3AE0}" destId="{7C2F02B5-59DC-4693-8012-703BE3D76DD0}" srcOrd="0" destOrd="0" presId="urn:microsoft.com/office/officeart/2005/8/layout/radial2"/>
    <dgm:cxn modelId="{8BDFD697-C864-4E76-BFF8-3FD923CCA811}" srcId="{E1C3C458-60EF-4FC2-83A1-0F67D4E51AF4}" destId="{C7B8DB6E-2ABC-487B-BD1C-E0255F5B1703}" srcOrd="4" destOrd="0" parTransId="{87AE45D4-3651-4575-B884-41B770343C5D}" sibTransId="{9CEA6748-78AC-491A-A0AD-AE1DC41E8B9D}"/>
    <dgm:cxn modelId="{BBB1684A-CDA6-4997-A7D1-69C77F9A5043}" type="presOf" srcId="{B63F09F2-1DD4-49EB-88F0-B13C51051F3C}" destId="{0503F206-D08F-4919-9E0F-C822236C8741}" srcOrd="0" destOrd="0" presId="urn:microsoft.com/office/officeart/2005/8/layout/radial2"/>
    <dgm:cxn modelId="{3C9A3709-99B6-442E-A617-138EDFB991F3}" type="presOf" srcId="{C4B8BAC0-9068-4EB8-909D-950FFE075AB4}" destId="{968541DF-D17C-4058-AC20-84ED23CE9E0F}" srcOrd="0" destOrd="0" presId="urn:microsoft.com/office/officeart/2005/8/layout/radial2"/>
    <dgm:cxn modelId="{1501EF47-6582-43EA-9003-C2FC10CF2B5A}" type="presOf" srcId="{478656FD-A315-4216-A094-CF0F8E69C6CD}" destId="{B6ADD7BA-E4DE-47FA-8A72-2AF62B1649B9}" srcOrd="0" destOrd="0" presId="urn:microsoft.com/office/officeart/2005/8/layout/radial2"/>
    <dgm:cxn modelId="{0E122CCA-2F2A-4E24-BE77-8566032573AA}" type="presOf" srcId="{C448C886-D60F-4D76-8C79-9EBF2CB3FF66}" destId="{FB686438-354F-47E5-A304-D0ABEE7033AE}" srcOrd="0" destOrd="0" presId="urn:microsoft.com/office/officeart/2005/8/layout/radial2"/>
    <dgm:cxn modelId="{264F49A9-E164-4A19-82C0-AE57CDFD7451}" srcId="{E1C3C458-60EF-4FC2-83A1-0F67D4E51AF4}" destId="{906A5920-BB3D-4CCD-A71F-F509FBAEA50F}" srcOrd="5" destOrd="0" parTransId="{B63F09F2-1DD4-49EB-88F0-B13C51051F3C}" sibTransId="{C271CD3E-09EF-4C98-AFBF-636B8B5E4055}"/>
    <dgm:cxn modelId="{455D30B6-B72F-432F-AD39-E74C3ED86DD6}" type="presOf" srcId="{DF2B19B5-943F-47EE-8A9E-8A2D43FC54DF}" destId="{975AC36A-BD2C-4F7E-BC7C-F5B8FB276878}" srcOrd="0" destOrd="0" presId="urn:microsoft.com/office/officeart/2005/8/layout/radial2"/>
    <dgm:cxn modelId="{CBA54EFE-0E11-45E4-B296-8049843A7B12}" type="presOf" srcId="{5208DEAF-6341-4376-B616-26FCE97AA89B}" destId="{407AF5AB-EEC5-44BC-A483-2D622869EDA9}" srcOrd="0" destOrd="0" presId="urn:microsoft.com/office/officeart/2005/8/layout/radial2"/>
    <dgm:cxn modelId="{6F4C3A06-2F9F-43D3-9538-C3651741286F}" srcId="{E1C3C458-60EF-4FC2-83A1-0F67D4E51AF4}" destId="{C09C052B-BEC4-488D-B690-C13035055D32}" srcOrd="6" destOrd="0" parTransId="{B64B50C5-CA5F-4C60-86FF-C839C09E3AE0}" sibTransId="{590D4FF2-A279-477F-9D31-17E82571AB2C}"/>
    <dgm:cxn modelId="{D15D590E-38DC-4EED-B909-3B5CC9C85B7F}" type="presOf" srcId="{87AE45D4-3651-4575-B884-41B770343C5D}" destId="{FE6C5E81-15FE-4388-B693-DA2A0AC06E49}" srcOrd="0" destOrd="0" presId="urn:microsoft.com/office/officeart/2005/8/layout/radial2"/>
    <dgm:cxn modelId="{35A07DC8-934D-45E9-A0C3-D2F7698B5973}" type="presOf" srcId="{906A5920-BB3D-4CCD-A71F-F509FBAEA50F}" destId="{CDD8C7C2-A10A-494E-8617-1337865400C5}" srcOrd="0" destOrd="0" presId="urn:microsoft.com/office/officeart/2005/8/layout/radial2"/>
    <dgm:cxn modelId="{AC310DCB-1622-4D40-9CA3-E560D06F7C90}" type="presParOf" srcId="{E880A486-D4DA-48F2-95C5-72035ED0FAEE}" destId="{0CC23F05-AA33-4330-9ED7-0A9D459E9243}" srcOrd="0" destOrd="0" presId="urn:microsoft.com/office/officeart/2005/8/layout/radial2"/>
    <dgm:cxn modelId="{DC1AB749-0A53-402D-8D4A-346A117285BE}" type="presParOf" srcId="{0CC23F05-AA33-4330-9ED7-0A9D459E9243}" destId="{B4864C90-C461-4B84-BFC4-19B577C96A21}" srcOrd="0" destOrd="0" presId="urn:microsoft.com/office/officeart/2005/8/layout/radial2"/>
    <dgm:cxn modelId="{A09FE3B4-B511-4E31-89FD-5AF9701DEA51}" type="presParOf" srcId="{B4864C90-C461-4B84-BFC4-19B577C96A21}" destId="{0FA6023A-FF79-47FD-9E6C-EBFE43237CBA}" srcOrd="0" destOrd="0" presId="urn:microsoft.com/office/officeart/2005/8/layout/radial2"/>
    <dgm:cxn modelId="{0D06EE74-2D09-4AB8-9DAC-F0E63859573E}" type="presParOf" srcId="{B4864C90-C461-4B84-BFC4-19B577C96A21}" destId="{3E7F888F-7164-4D97-9F27-7C09C0F5928E}" srcOrd="1" destOrd="0" presId="urn:microsoft.com/office/officeart/2005/8/layout/radial2"/>
    <dgm:cxn modelId="{4EC14751-D666-4B02-B0AE-D3597CAAA67B}" type="presParOf" srcId="{0CC23F05-AA33-4330-9ED7-0A9D459E9243}" destId="{975AC36A-BD2C-4F7E-BC7C-F5B8FB276878}" srcOrd="1" destOrd="0" presId="urn:microsoft.com/office/officeart/2005/8/layout/radial2"/>
    <dgm:cxn modelId="{F960CAE8-EA02-4158-A749-024E166BAE5E}" type="presParOf" srcId="{0CC23F05-AA33-4330-9ED7-0A9D459E9243}" destId="{4BA72222-2539-40FC-B261-853956AD2FED}" srcOrd="2" destOrd="0" presId="urn:microsoft.com/office/officeart/2005/8/layout/radial2"/>
    <dgm:cxn modelId="{00BB5166-64D7-43CE-83BC-1749B1C04700}" type="presParOf" srcId="{4BA72222-2539-40FC-B261-853956AD2FED}" destId="{968541DF-D17C-4058-AC20-84ED23CE9E0F}" srcOrd="0" destOrd="0" presId="urn:microsoft.com/office/officeart/2005/8/layout/radial2"/>
    <dgm:cxn modelId="{03027970-6098-4F22-AC1C-4694E63DD5FB}" type="presParOf" srcId="{4BA72222-2539-40FC-B261-853956AD2FED}" destId="{67D55F96-C243-463C-B3EF-C5A882A18096}" srcOrd="1" destOrd="0" presId="urn:microsoft.com/office/officeart/2005/8/layout/radial2"/>
    <dgm:cxn modelId="{8250C96D-9D3E-4855-8199-BD85D8B54769}" type="presParOf" srcId="{0CC23F05-AA33-4330-9ED7-0A9D459E9243}" destId="{D63877FC-9A78-4F6F-A20E-61C2189734E3}" srcOrd="3" destOrd="0" presId="urn:microsoft.com/office/officeart/2005/8/layout/radial2"/>
    <dgm:cxn modelId="{2E5E6372-E34B-4706-A507-B86E787C1A2A}" type="presParOf" srcId="{0CC23F05-AA33-4330-9ED7-0A9D459E9243}" destId="{923CB50A-09A9-457E-ABC8-1DA7C1D16B4F}" srcOrd="4" destOrd="0" presId="urn:microsoft.com/office/officeart/2005/8/layout/radial2"/>
    <dgm:cxn modelId="{1818D1C1-FBE3-49C6-B2FD-167A170901FC}" type="presParOf" srcId="{923CB50A-09A9-457E-ABC8-1DA7C1D16B4F}" destId="{3F3F00AA-8A0B-4EBF-9F67-944457BE5947}" srcOrd="0" destOrd="0" presId="urn:microsoft.com/office/officeart/2005/8/layout/radial2"/>
    <dgm:cxn modelId="{7ADEDF04-C83C-4AF8-818A-57429C83C4DC}" type="presParOf" srcId="{923CB50A-09A9-457E-ABC8-1DA7C1D16B4F}" destId="{42630206-2162-4D23-9E9B-C4FD7DBF1967}" srcOrd="1" destOrd="0" presId="urn:microsoft.com/office/officeart/2005/8/layout/radial2"/>
    <dgm:cxn modelId="{C7F6CB05-82A2-4F11-896D-516BF4E77331}" type="presParOf" srcId="{0CC23F05-AA33-4330-9ED7-0A9D459E9243}" destId="{923AB68E-148B-4F4C-BBCF-BD4208D70B94}" srcOrd="5" destOrd="0" presId="urn:microsoft.com/office/officeart/2005/8/layout/radial2"/>
    <dgm:cxn modelId="{501E602E-2AC4-48DE-B257-6FE18CF701C2}" type="presParOf" srcId="{0CC23F05-AA33-4330-9ED7-0A9D459E9243}" destId="{B7A3E85D-DB63-4B20-9EFC-AF77784D6DB9}" srcOrd="6" destOrd="0" presId="urn:microsoft.com/office/officeart/2005/8/layout/radial2"/>
    <dgm:cxn modelId="{3BBC4DE2-0A27-459D-AAFA-520C8D82B5AF}" type="presParOf" srcId="{B7A3E85D-DB63-4B20-9EFC-AF77784D6DB9}" destId="{B6ADD7BA-E4DE-47FA-8A72-2AF62B1649B9}" srcOrd="0" destOrd="0" presId="urn:microsoft.com/office/officeart/2005/8/layout/radial2"/>
    <dgm:cxn modelId="{E95103D7-725E-4127-9BFC-B7F5233AA4B8}" type="presParOf" srcId="{B7A3E85D-DB63-4B20-9EFC-AF77784D6DB9}" destId="{A1CD5533-0C58-4C82-935E-9F2FF658EB2B}" srcOrd="1" destOrd="0" presId="urn:microsoft.com/office/officeart/2005/8/layout/radial2"/>
    <dgm:cxn modelId="{6A8CE84A-2A91-4EFA-96BC-EEFF76DF5DE8}" type="presParOf" srcId="{0CC23F05-AA33-4330-9ED7-0A9D459E9243}" destId="{B57C0CA5-2FE1-4854-AE33-84C47BEC160D}" srcOrd="7" destOrd="0" presId="urn:microsoft.com/office/officeart/2005/8/layout/radial2"/>
    <dgm:cxn modelId="{9A2319AA-4554-48CE-A508-665F63874EA8}" type="presParOf" srcId="{0CC23F05-AA33-4330-9ED7-0A9D459E9243}" destId="{5441ED25-99E1-4EEF-8727-77A1899CDF5D}" srcOrd="8" destOrd="0" presId="urn:microsoft.com/office/officeart/2005/8/layout/radial2"/>
    <dgm:cxn modelId="{2903BB0C-46F1-4263-A7C7-749E4F698F52}" type="presParOf" srcId="{5441ED25-99E1-4EEF-8727-77A1899CDF5D}" destId="{26D84F11-7992-4244-9AAD-C29A0BCA02C8}" srcOrd="0" destOrd="0" presId="urn:microsoft.com/office/officeart/2005/8/layout/radial2"/>
    <dgm:cxn modelId="{3F4626E6-BCF6-4FF3-BFD7-D8CC3235224A}" type="presParOf" srcId="{5441ED25-99E1-4EEF-8727-77A1899CDF5D}" destId="{6BE0E967-0A7C-4FD3-8068-43078826DC21}" srcOrd="1" destOrd="0" presId="urn:microsoft.com/office/officeart/2005/8/layout/radial2"/>
    <dgm:cxn modelId="{2A71D251-9E4F-42C8-B211-56749866A60B}" type="presParOf" srcId="{0CC23F05-AA33-4330-9ED7-0A9D459E9243}" destId="{FE6C5E81-15FE-4388-B693-DA2A0AC06E49}" srcOrd="9" destOrd="0" presId="urn:microsoft.com/office/officeart/2005/8/layout/radial2"/>
    <dgm:cxn modelId="{196E6B19-4A45-48A7-81F7-30F25BF59371}" type="presParOf" srcId="{0CC23F05-AA33-4330-9ED7-0A9D459E9243}" destId="{9BEE1BF7-9323-42C0-B626-2E3837915A23}" srcOrd="10" destOrd="0" presId="urn:microsoft.com/office/officeart/2005/8/layout/radial2"/>
    <dgm:cxn modelId="{E5C15281-81E4-4586-B1B4-3232C2975D8F}" type="presParOf" srcId="{9BEE1BF7-9323-42C0-B626-2E3837915A23}" destId="{58F9BF3D-7446-4337-8812-88F4897F1F0D}" srcOrd="0" destOrd="0" presId="urn:microsoft.com/office/officeart/2005/8/layout/radial2"/>
    <dgm:cxn modelId="{741EB1D8-0844-4680-AB51-5F31D4D7601E}" type="presParOf" srcId="{9BEE1BF7-9323-42C0-B626-2E3837915A23}" destId="{D59F889A-6144-43F7-AA85-107BD1A65F72}" srcOrd="1" destOrd="0" presId="urn:microsoft.com/office/officeart/2005/8/layout/radial2"/>
    <dgm:cxn modelId="{140E6D59-1EE8-484D-94AE-6C99E585EA41}" type="presParOf" srcId="{0CC23F05-AA33-4330-9ED7-0A9D459E9243}" destId="{0503F206-D08F-4919-9E0F-C822236C8741}" srcOrd="11" destOrd="0" presId="urn:microsoft.com/office/officeart/2005/8/layout/radial2"/>
    <dgm:cxn modelId="{25B52F3D-70BC-483F-97C3-152B72F1F3DF}" type="presParOf" srcId="{0CC23F05-AA33-4330-9ED7-0A9D459E9243}" destId="{5AD4CA6E-5101-4DEA-AEF4-3F33482CE90E}" srcOrd="12" destOrd="0" presId="urn:microsoft.com/office/officeart/2005/8/layout/radial2"/>
    <dgm:cxn modelId="{78C2A277-9684-4E3F-84EE-AD650830424A}" type="presParOf" srcId="{5AD4CA6E-5101-4DEA-AEF4-3F33482CE90E}" destId="{CDD8C7C2-A10A-494E-8617-1337865400C5}" srcOrd="0" destOrd="0" presId="urn:microsoft.com/office/officeart/2005/8/layout/radial2"/>
    <dgm:cxn modelId="{525499F5-F68B-4077-BBD4-7390D081C8E5}" type="presParOf" srcId="{5AD4CA6E-5101-4DEA-AEF4-3F33482CE90E}" destId="{4A298637-538E-4C09-B5B4-0482F671AD75}" srcOrd="1" destOrd="0" presId="urn:microsoft.com/office/officeart/2005/8/layout/radial2"/>
    <dgm:cxn modelId="{FCA2299A-CC3E-4DC0-A965-5FCC0BE04063}" type="presParOf" srcId="{0CC23F05-AA33-4330-9ED7-0A9D459E9243}" destId="{7C2F02B5-59DC-4693-8012-703BE3D76DD0}" srcOrd="13" destOrd="0" presId="urn:microsoft.com/office/officeart/2005/8/layout/radial2"/>
    <dgm:cxn modelId="{AF0C9EC4-5B9D-470D-BCEA-8E07F9FEFCC7}" type="presParOf" srcId="{0CC23F05-AA33-4330-9ED7-0A9D459E9243}" destId="{D8C5D9EF-A7DD-490B-8F9C-4C9982E18A9F}" srcOrd="14" destOrd="0" presId="urn:microsoft.com/office/officeart/2005/8/layout/radial2"/>
    <dgm:cxn modelId="{9BDA717A-2C05-4219-9AC8-2888B185907D}" type="presParOf" srcId="{D8C5D9EF-A7DD-490B-8F9C-4C9982E18A9F}" destId="{A155A806-5B47-439E-829A-4D0CC58B1B20}" srcOrd="0" destOrd="0" presId="urn:microsoft.com/office/officeart/2005/8/layout/radial2"/>
    <dgm:cxn modelId="{45445D62-0DA4-49CF-8D3C-03E819300361}" type="presParOf" srcId="{D8C5D9EF-A7DD-490B-8F9C-4C9982E18A9F}" destId="{6E572D2A-C747-4F41-AFC5-762C25584727}" srcOrd="1" destOrd="0" presId="urn:microsoft.com/office/officeart/2005/8/layout/radial2"/>
    <dgm:cxn modelId="{D176E6DE-E050-45E0-B4C4-8436383F0FE1}" type="presParOf" srcId="{0CC23F05-AA33-4330-9ED7-0A9D459E9243}" destId="{FB686438-354F-47E5-A304-D0ABEE7033AE}" srcOrd="15" destOrd="0" presId="urn:microsoft.com/office/officeart/2005/8/layout/radial2"/>
    <dgm:cxn modelId="{D00FBB26-39BC-453A-A670-2B77A3125FBE}" type="presParOf" srcId="{0CC23F05-AA33-4330-9ED7-0A9D459E9243}" destId="{F23C09F1-A4F3-4EC8-AB5E-461625B98148}" srcOrd="16" destOrd="0" presId="urn:microsoft.com/office/officeart/2005/8/layout/radial2"/>
    <dgm:cxn modelId="{2528EDE6-0784-49E9-B97A-DCF0D16F83F4}" type="presParOf" srcId="{F23C09F1-A4F3-4EC8-AB5E-461625B98148}" destId="{407AF5AB-EEC5-44BC-A483-2D622869EDA9}" srcOrd="0" destOrd="0" presId="urn:microsoft.com/office/officeart/2005/8/layout/radial2"/>
    <dgm:cxn modelId="{D910D839-D91B-4148-A7DF-77D795A9D31F}" type="presParOf" srcId="{F23C09F1-A4F3-4EC8-AB5E-461625B98148}" destId="{23349618-624F-4081-AC49-4E993D48088C}" srcOrd="1" destOrd="0" presId="urn:microsoft.com/office/officeart/2005/8/layout/radial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3DB92C-D049-4A74-A80A-491444E1F0AF}" type="doc">
      <dgm:prSet loTypeId="urn:microsoft.com/office/officeart/2005/8/layout/radial2" loCatId="relationship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83F6B3E-AB82-49B5-84F4-F8F95C92D1B1}">
      <dgm:prSet custT="1"/>
      <dgm:spPr/>
      <dgm:t>
        <a:bodyPr/>
        <a:lstStyle/>
        <a:p>
          <a:pPr rtl="0"/>
          <a:r>
            <a:rPr lang="en-US" sz="1400" dirty="0" smtClean="0"/>
            <a:t>Imagination</a:t>
          </a:r>
          <a:endParaRPr lang="en-US" sz="1400" dirty="0"/>
        </a:p>
      </dgm:t>
    </dgm:pt>
    <dgm:pt modelId="{626D0D32-4688-40B6-BF46-CFA8CF64929A}" type="parTrans" cxnId="{A935E185-E15B-4DFE-8898-174036BF0F9F}">
      <dgm:prSet/>
      <dgm:spPr/>
      <dgm:t>
        <a:bodyPr/>
        <a:lstStyle/>
        <a:p>
          <a:endParaRPr lang="en-US"/>
        </a:p>
      </dgm:t>
    </dgm:pt>
    <dgm:pt modelId="{4C72D3DB-C719-4BB8-8B3A-9E725B85E9AF}" type="sibTrans" cxnId="{A935E185-E15B-4DFE-8898-174036BF0F9F}">
      <dgm:prSet/>
      <dgm:spPr/>
      <dgm:t>
        <a:bodyPr/>
        <a:lstStyle/>
        <a:p>
          <a:endParaRPr lang="en-US"/>
        </a:p>
      </dgm:t>
    </dgm:pt>
    <dgm:pt modelId="{577CC02A-CE95-4CBD-95AC-2D62C9F03C82}">
      <dgm:prSet custT="1"/>
      <dgm:spPr/>
      <dgm:t>
        <a:bodyPr/>
        <a:lstStyle/>
        <a:p>
          <a:pPr rtl="0"/>
          <a:r>
            <a:rPr lang="en-US" sz="1400" dirty="0" smtClean="0"/>
            <a:t>Rhythm</a:t>
          </a:r>
          <a:endParaRPr lang="en-US" sz="1400" dirty="0"/>
        </a:p>
      </dgm:t>
    </dgm:pt>
    <dgm:pt modelId="{27F389F9-A6C5-4F8A-A38C-AC75B32C7956}" type="parTrans" cxnId="{D7335A69-B8F5-43B2-9D7C-72688793B046}">
      <dgm:prSet/>
      <dgm:spPr/>
      <dgm:t>
        <a:bodyPr/>
        <a:lstStyle/>
        <a:p>
          <a:endParaRPr lang="en-US"/>
        </a:p>
      </dgm:t>
    </dgm:pt>
    <dgm:pt modelId="{28F5F0E2-EBDC-4601-8C94-1E224664F512}" type="sibTrans" cxnId="{D7335A69-B8F5-43B2-9D7C-72688793B046}">
      <dgm:prSet/>
      <dgm:spPr/>
      <dgm:t>
        <a:bodyPr/>
        <a:lstStyle/>
        <a:p>
          <a:endParaRPr lang="en-US"/>
        </a:p>
      </dgm:t>
    </dgm:pt>
    <dgm:pt modelId="{A538BAAB-8281-4F23-80F5-134A3EB19163}">
      <dgm:prSet custT="1"/>
      <dgm:spPr/>
      <dgm:t>
        <a:bodyPr/>
        <a:lstStyle/>
        <a:p>
          <a:pPr rtl="0"/>
          <a:r>
            <a:rPr lang="en-US" sz="1400" dirty="0" smtClean="0"/>
            <a:t>Photographic</a:t>
          </a:r>
          <a:endParaRPr lang="en-US" sz="1400" dirty="0"/>
        </a:p>
      </dgm:t>
    </dgm:pt>
    <dgm:pt modelId="{6926786F-E730-432F-892F-4FDE2E6133F6}" type="parTrans" cxnId="{1A4A1A20-9B28-427B-973B-706B82B32B61}">
      <dgm:prSet/>
      <dgm:spPr/>
      <dgm:t>
        <a:bodyPr/>
        <a:lstStyle/>
        <a:p>
          <a:endParaRPr lang="en-US"/>
        </a:p>
      </dgm:t>
    </dgm:pt>
    <dgm:pt modelId="{88A85A14-1613-4711-A3EC-2657F7A26FCC}" type="sibTrans" cxnId="{1A4A1A20-9B28-427B-973B-706B82B32B61}">
      <dgm:prSet/>
      <dgm:spPr/>
      <dgm:t>
        <a:bodyPr/>
        <a:lstStyle/>
        <a:p>
          <a:endParaRPr lang="en-US"/>
        </a:p>
      </dgm:t>
    </dgm:pt>
    <dgm:pt modelId="{F4EEB413-71C2-4C3A-A022-EE2A90C47F57}">
      <dgm:prSet custT="1"/>
      <dgm:spPr/>
      <dgm:t>
        <a:bodyPr/>
        <a:lstStyle/>
        <a:p>
          <a:pPr rtl="0"/>
          <a:r>
            <a:rPr lang="en-US" sz="1400" dirty="0" smtClean="0"/>
            <a:t>Creativity</a:t>
          </a:r>
          <a:endParaRPr lang="en-US" sz="1400" dirty="0"/>
        </a:p>
      </dgm:t>
    </dgm:pt>
    <dgm:pt modelId="{B629E49A-7999-4183-8D47-BCFD4BFDF97F}" type="parTrans" cxnId="{4F9046CF-F238-4238-AAA0-CD84DB6FDC3C}">
      <dgm:prSet/>
      <dgm:spPr/>
      <dgm:t>
        <a:bodyPr/>
        <a:lstStyle/>
        <a:p>
          <a:endParaRPr lang="en-US"/>
        </a:p>
      </dgm:t>
    </dgm:pt>
    <dgm:pt modelId="{ECF07AC4-A9BE-490E-8AFA-44700558A4CA}" type="sibTrans" cxnId="{4F9046CF-F238-4238-AAA0-CD84DB6FDC3C}">
      <dgm:prSet/>
      <dgm:spPr/>
      <dgm:t>
        <a:bodyPr/>
        <a:lstStyle/>
        <a:p>
          <a:endParaRPr lang="en-US"/>
        </a:p>
      </dgm:t>
    </dgm:pt>
    <dgm:pt modelId="{47DDC44E-6240-42FA-B3D7-C490754FE1DC}">
      <dgm:prSet custT="1"/>
      <dgm:spPr/>
      <dgm:t>
        <a:bodyPr/>
        <a:lstStyle/>
        <a:p>
          <a:pPr rtl="0"/>
          <a:r>
            <a:rPr lang="en-US" sz="1400" dirty="0" smtClean="0"/>
            <a:t>Art</a:t>
          </a:r>
          <a:endParaRPr lang="en-US" sz="1400" dirty="0"/>
        </a:p>
      </dgm:t>
    </dgm:pt>
    <dgm:pt modelId="{DF901B19-3191-4A6C-8A0F-B9967C7D0CC3}" type="parTrans" cxnId="{5B8D3E6E-25E8-4B46-87CE-50E825238191}">
      <dgm:prSet/>
      <dgm:spPr/>
      <dgm:t>
        <a:bodyPr/>
        <a:lstStyle/>
        <a:p>
          <a:endParaRPr lang="en-US"/>
        </a:p>
      </dgm:t>
    </dgm:pt>
    <dgm:pt modelId="{F1A6F8F2-DEE6-4924-9483-8C74A23DD8AE}" type="sibTrans" cxnId="{5B8D3E6E-25E8-4B46-87CE-50E825238191}">
      <dgm:prSet/>
      <dgm:spPr/>
      <dgm:t>
        <a:bodyPr/>
        <a:lstStyle/>
        <a:p>
          <a:endParaRPr lang="en-US"/>
        </a:p>
      </dgm:t>
    </dgm:pt>
    <dgm:pt modelId="{67D58161-699F-4DA2-ACF9-476346BC15C3}">
      <dgm:prSet custT="1"/>
      <dgm:spPr/>
      <dgm:t>
        <a:bodyPr/>
        <a:lstStyle/>
        <a:p>
          <a:pPr rtl="0"/>
          <a:r>
            <a:rPr lang="en-US" sz="1400" dirty="0" smtClean="0"/>
            <a:t>Visualization</a:t>
          </a:r>
          <a:endParaRPr lang="en-US" sz="1400" dirty="0"/>
        </a:p>
      </dgm:t>
    </dgm:pt>
    <dgm:pt modelId="{2AA2F887-DC1E-4E2E-BB9C-AEF9F9697F7F}" type="parTrans" cxnId="{6251D15A-DFC3-416C-A3D0-4249B6BB9870}">
      <dgm:prSet/>
      <dgm:spPr/>
      <dgm:t>
        <a:bodyPr/>
        <a:lstStyle/>
        <a:p>
          <a:endParaRPr lang="en-US"/>
        </a:p>
      </dgm:t>
    </dgm:pt>
    <dgm:pt modelId="{65D35DEA-8A4A-4E65-B5F0-6D2CB85DD622}" type="sibTrans" cxnId="{6251D15A-DFC3-416C-A3D0-4249B6BB9870}">
      <dgm:prSet/>
      <dgm:spPr/>
      <dgm:t>
        <a:bodyPr/>
        <a:lstStyle/>
        <a:p>
          <a:endParaRPr lang="en-US"/>
        </a:p>
      </dgm:t>
    </dgm:pt>
    <dgm:pt modelId="{16D59B1E-C794-49B0-979D-DF764BFDCBE8}">
      <dgm:prSet custT="1"/>
      <dgm:spPr/>
      <dgm:t>
        <a:bodyPr/>
        <a:lstStyle/>
        <a:p>
          <a:pPr rtl="0"/>
          <a:r>
            <a:rPr lang="en-US" sz="1400" dirty="0" smtClean="0"/>
            <a:t>Non Verbal</a:t>
          </a:r>
          <a:endParaRPr lang="en-US" sz="1400" dirty="0"/>
        </a:p>
      </dgm:t>
    </dgm:pt>
    <dgm:pt modelId="{5436310B-C805-485E-B1A8-15AA24E4BC32}" type="parTrans" cxnId="{D857D8B1-A4E3-4650-839F-A77479A6700F}">
      <dgm:prSet/>
      <dgm:spPr/>
      <dgm:t>
        <a:bodyPr/>
        <a:lstStyle/>
        <a:p>
          <a:endParaRPr lang="en-US"/>
        </a:p>
      </dgm:t>
    </dgm:pt>
    <dgm:pt modelId="{40FE7877-0EF7-430A-B193-ED709483554C}" type="sibTrans" cxnId="{D857D8B1-A4E3-4650-839F-A77479A6700F}">
      <dgm:prSet/>
      <dgm:spPr/>
      <dgm:t>
        <a:bodyPr/>
        <a:lstStyle/>
        <a:p>
          <a:endParaRPr lang="en-US"/>
        </a:p>
      </dgm:t>
    </dgm:pt>
    <dgm:pt modelId="{C3A93F00-FAF0-435A-97DF-DE004D9291BD}">
      <dgm:prSet custT="1"/>
      <dgm:spPr/>
      <dgm:t>
        <a:bodyPr/>
        <a:lstStyle/>
        <a:p>
          <a:pPr rtl="0"/>
          <a:r>
            <a:rPr lang="en-US" sz="1400" dirty="0" smtClean="0"/>
            <a:t>Feelings</a:t>
          </a:r>
          <a:endParaRPr lang="en-US" sz="1400" dirty="0"/>
        </a:p>
      </dgm:t>
    </dgm:pt>
    <dgm:pt modelId="{FF8D93A9-585D-4B46-8F7A-0DDD48EB4D78}" type="parTrans" cxnId="{13F1DD5F-111B-401F-A129-4B92D6F99DE2}">
      <dgm:prSet/>
      <dgm:spPr/>
      <dgm:t>
        <a:bodyPr/>
        <a:lstStyle/>
        <a:p>
          <a:endParaRPr lang="en-US"/>
        </a:p>
      </dgm:t>
    </dgm:pt>
    <dgm:pt modelId="{549EB0C5-374E-4EA0-8624-DCB96BCD44A6}" type="sibTrans" cxnId="{13F1DD5F-111B-401F-A129-4B92D6F99DE2}">
      <dgm:prSet/>
      <dgm:spPr/>
      <dgm:t>
        <a:bodyPr/>
        <a:lstStyle/>
        <a:p>
          <a:endParaRPr lang="en-US"/>
        </a:p>
      </dgm:t>
    </dgm:pt>
    <dgm:pt modelId="{69B436C4-D071-42A6-A6A3-F8D3F12B4E34}" type="pres">
      <dgm:prSet presAssocID="{173DB92C-D049-4A74-A80A-491444E1F0AF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26EE2A-32E6-49EE-A235-FF3CF3A741DE}" type="pres">
      <dgm:prSet presAssocID="{173DB92C-D049-4A74-A80A-491444E1F0AF}" presName="cycle" presStyleCnt="0"/>
      <dgm:spPr/>
    </dgm:pt>
    <dgm:pt modelId="{BC30EFBC-137A-4E47-8A7B-C6D22CD4B372}" type="pres">
      <dgm:prSet presAssocID="{173DB92C-D049-4A74-A80A-491444E1F0AF}" presName="centerShape" presStyleCnt="0"/>
      <dgm:spPr/>
    </dgm:pt>
    <dgm:pt modelId="{86FDFAAF-5B51-47AE-AC3A-5A484648971A}" type="pres">
      <dgm:prSet presAssocID="{173DB92C-D049-4A74-A80A-491444E1F0AF}" presName="connSite" presStyleLbl="node1" presStyleIdx="0" presStyleCnt="9"/>
      <dgm:spPr/>
    </dgm:pt>
    <dgm:pt modelId="{F5083174-2A4B-442D-984F-0CE376E149F2}" type="pres">
      <dgm:prSet presAssocID="{173DB92C-D049-4A74-A80A-491444E1F0AF}" presName="visible" presStyleLbl="node1" presStyleIdx="0" presStyleCnt="9" custScaleX="257896" custScaleY="318300" custLinFactNeighborX="-1470" custLinFactNeighborY="1692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794ECA7E-32A1-4FF3-86DD-3001346A231E}" type="pres">
      <dgm:prSet presAssocID="{626D0D32-4688-40B6-BF46-CFA8CF64929A}" presName="Name25" presStyleLbl="parChTrans1D1" presStyleIdx="0" presStyleCnt="8"/>
      <dgm:spPr/>
      <dgm:t>
        <a:bodyPr/>
        <a:lstStyle/>
        <a:p>
          <a:endParaRPr lang="en-US"/>
        </a:p>
      </dgm:t>
    </dgm:pt>
    <dgm:pt modelId="{D9E82795-BEAD-46E1-B9D8-A474AA9365F8}" type="pres">
      <dgm:prSet presAssocID="{483F6B3E-AB82-49B5-84F4-F8F95C92D1B1}" presName="node" presStyleCnt="0"/>
      <dgm:spPr/>
    </dgm:pt>
    <dgm:pt modelId="{D30F80D5-E626-402A-9EA6-BF1554FA1803}" type="pres">
      <dgm:prSet presAssocID="{483F6B3E-AB82-49B5-84F4-F8F95C92D1B1}" presName="parentNode" presStyleLbl="node1" presStyleIdx="1" presStyleCnt="9" custScaleX="554055" custScaleY="8059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A180A4-EEFD-4094-B8D7-8B90AFA861AE}" type="pres">
      <dgm:prSet presAssocID="{483F6B3E-AB82-49B5-84F4-F8F95C92D1B1}" presName="childNode" presStyleLbl="revTx" presStyleIdx="0" presStyleCnt="0">
        <dgm:presLayoutVars>
          <dgm:bulletEnabled val="1"/>
        </dgm:presLayoutVars>
      </dgm:prSet>
      <dgm:spPr/>
    </dgm:pt>
    <dgm:pt modelId="{0024B8A4-AAB1-40B3-AEDC-025C49A48C0A}" type="pres">
      <dgm:prSet presAssocID="{27F389F9-A6C5-4F8A-A38C-AC75B32C7956}" presName="Name25" presStyleLbl="parChTrans1D1" presStyleIdx="1" presStyleCnt="8"/>
      <dgm:spPr/>
      <dgm:t>
        <a:bodyPr/>
        <a:lstStyle/>
        <a:p>
          <a:endParaRPr lang="en-US"/>
        </a:p>
      </dgm:t>
    </dgm:pt>
    <dgm:pt modelId="{3A3E472C-B3E7-4377-BA6F-9A987D8EF9F3}" type="pres">
      <dgm:prSet presAssocID="{577CC02A-CE95-4CBD-95AC-2D62C9F03C82}" presName="node" presStyleCnt="0"/>
      <dgm:spPr/>
    </dgm:pt>
    <dgm:pt modelId="{9C6B20FB-6FF5-4319-A653-0246CA17DB9C}" type="pres">
      <dgm:prSet presAssocID="{577CC02A-CE95-4CBD-95AC-2D62C9F03C82}" presName="parentNode" presStyleLbl="node1" presStyleIdx="2" presStyleCnt="9" custScaleX="299144" custScaleY="8125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B5045E-6C8F-48BC-8286-AFEC1E329281}" type="pres">
      <dgm:prSet presAssocID="{577CC02A-CE95-4CBD-95AC-2D62C9F03C82}" presName="childNode" presStyleLbl="revTx" presStyleIdx="0" presStyleCnt="0">
        <dgm:presLayoutVars>
          <dgm:bulletEnabled val="1"/>
        </dgm:presLayoutVars>
      </dgm:prSet>
      <dgm:spPr/>
    </dgm:pt>
    <dgm:pt modelId="{FCB2929A-FE71-4B1B-9F62-33D3D9C75360}" type="pres">
      <dgm:prSet presAssocID="{6926786F-E730-432F-892F-4FDE2E6133F6}" presName="Name25" presStyleLbl="parChTrans1D1" presStyleIdx="2" presStyleCnt="8"/>
      <dgm:spPr/>
      <dgm:t>
        <a:bodyPr/>
        <a:lstStyle/>
        <a:p>
          <a:endParaRPr lang="en-US"/>
        </a:p>
      </dgm:t>
    </dgm:pt>
    <dgm:pt modelId="{26BF8D6B-8B05-4AE4-B859-AEB794FD17E1}" type="pres">
      <dgm:prSet presAssocID="{A538BAAB-8281-4F23-80F5-134A3EB19163}" presName="node" presStyleCnt="0"/>
      <dgm:spPr/>
    </dgm:pt>
    <dgm:pt modelId="{C8900A10-8F05-44FC-BA1D-C4B220301A90}" type="pres">
      <dgm:prSet presAssocID="{A538BAAB-8281-4F23-80F5-134A3EB19163}" presName="parentNode" presStyleLbl="node1" presStyleIdx="3" presStyleCnt="9" custScaleX="448794" custScaleY="8747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5C72A6-D112-4D89-A94C-06600469A62D}" type="pres">
      <dgm:prSet presAssocID="{A538BAAB-8281-4F23-80F5-134A3EB19163}" presName="childNode" presStyleLbl="revTx" presStyleIdx="0" presStyleCnt="0">
        <dgm:presLayoutVars>
          <dgm:bulletEnabled val="1"/>
        </dgm:presLayoutVars>
      </dgm:prSet>
      <dgm:spPr/>
    </dgm:pt>
    <dgm:pt modelId="{A2C0382C-D220-4245-9686-58D33961EC49}" type="pres">
      <dgm:prSet presAssocID="{B629E49A-7999-4183-8D47-BCFD4BFDF97F}" presName="Name25" presStyleLbl="parChTrans1D1" presStyleIdx="3" presStyleCnt="8"/>
      <dgm:spPr/>
      <dgm:t>
        <a:bodyPr/>
        <a:lstStyle/>
        <a:p>
          <a:endParaRPr lang="en-US"/>
        </a:p>
      </dgm:t>
    </dgm:pt>
    <dgm:pt modelId="{57CA0E7D-C6AA-4008-B7E5-3E072E72E70B}" type="pres">
      <dgm:prSet presAssocID="{F4EEB413-71C2-4C3A-A022-EE2A90C47F57}" presName="node" presStyleCnt="0"/>
      <dgm:spPr/>
    </dgm:pt>
    <dgm:pt modelId="{A3950C0A-483F-4920-B2E8-BD4254AF2544}" type="pres">
      <dgm:prSet presAssocID="{F4EEB413-71C2-4C3A-A022-EE2A90C47F57}" presName="parentNode" presStyleLbl="node1" presStyleIdx="4" presStyleCnt="9" custScaleX="42519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3F6EB8-3060-4484-901B-DC99B21C8042}" type="pres">
      <dgm:prSet presAssocID="{F4EEB413-71C2-4C3A-A022-EE2A90C47F57}" presName="childNode" presStyleLbl="revTx" presStyleIdx="0" presStyleCnt="0">
        <dgm:presLayoutVars>
          <dgm:bulletEnabled val="1"/>
        </dgm:presLayoutVars>
      </dgm:prSet>
      <dgm:spPr/>
    </dgm:pt>
    <dgm:pt modelId="{30D95CBB-867F-4829-B687-0034A2EBC429}" type="pres">
      <dgm:prSet presAssocID="{DF901B19-3191-4A6C-8A0F-B9967C7D0CC3}" presName="Name25" presStyleLbl="parChTrans1D1" presStyleIdx="4" presStyleCnt="8"/>
      <dgm:spPr/>
      <dgm:t>
        <a:bodyPr/>
        <a:lstStyle/>
        <a:p>
          <a:endParaRPr lang="en-US"/>
        </a:p>
      </dgm:t>
    </dgm:pt>
    <dgm:pt modelId="{C0C292D7-25D7-40E8-A517-4654D259CBB2}" type="pres">
      <dgm:prSet presAssocID="{47DDC44E-6240-42FA-B3D7-C490754FE1DC}" presName="node" presStyleCnt="0"/>
      <dgm:spPr/>
    </dgm:pt>
    <dgm:pt modelId="{2658FE20-A9C1-425F-A9F9-5572F96778FB}" type="pres">
      <dgm:prSet presAssocID="{47DDC44E-6240-42FA-B3D7-C490754FE1DC}" presName="parentNode" presStyleLbl="node1" presStyleIdx="5" presStyleCnt="9" custScaleX="280415" custScaleY="917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661B1F-5C1E-4490-AFA8-16B58648BBDF}" type="pres">
      <dgm:prSet presAssocID="{47DDC44E-6240-42FA-B3D7-C490754FE1DC}" presName="childNode" presStyleLbl="revTx" presStyleIdx="0" presStyleCnt="0">
        <dgm:presLayoutVars>
          <dgm:bulletEnabled val="1"/>
        </dgm:presLayoutVars>
      </dgm:prSet>
      <dgm:spPr/>
    </dgm:pt>
    <dgm:pt modelId="{7EB5DCC1-D671-4B9E-9309-CF73D0CDF859}" type="pres">
      <dgm:prSet presAssocID="{2AA2F887-DC1E-4E2E-BB9C-AEF9F9697F7F}" presName="Name25" presStyleLbl="parChTrans1D1" presStyleIdx="5" presStyleCnt="8"/>
      <dgm:spPr/>
      <dgm:t>
        <a:bodyPr/>
        <a:lstStyle/>
        <a:p>
          <a:endParaRPr lang="en-US"/>
        </a:p>
      </dgm:t>
    </dgm:pt>
    <dgm:pt modelId="{83F196E9-95AE-44DA-87FA-DE8AE47464E6}" type="pres">
      <dgm:prSet presAssocID="{67D58161-699F-4DA2-ACF9-476346BC15C3}" presName="node" presStyleCnt="0"/>
      <dgm:spPr/>
    </dgm:pt>
    <dgm:pt modelId="{C5976F5C-EF09-4A36-9EE1-E0F3EB239154}" type="pres">
      <dgm:prSet presAssocID="{67D58161-699F-4DA2-ACF9-476346BC15C3}" presName="parentNode" presStyleLbl="node1" presStyleIdx="6" presStyleCnt="9" custScaleX="537458" custScaleY="8276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70BEBD-0A78-4A38-B3DB-45B3354198C1}" type="pres">
      <dgm:prSet presAssocID="{67D58161-699F-4DA2-ACF9-476346BC15C3}" presName="childNode" presStyleLbl="revTx" presStyleIdx="0" presStyleCnt="0">
        <dgm:presLayoutVars>
          <dgm:bulletEnabled val="1"/>
        </dgm:presLayoutVars>
      </dgm:prSet>
      <dgm:spPr/>
    </dgm:pt>
    <dgm:pt modelId="{50198EB6-4F56-4A35-B691-0F5A0FFED48E}" type="pres">
      <dgm:prSet presAssocID="{5436310B-C805-485E-B1A8-15AA24E4BC32}" presName="Name25" presStyleLbl="parChTrans1D1" presStyleIdx="6" presStyleCnt="8"/>
      <dgm:spPr/>
      <dgm:t>
        <a:bodyPr/>
        <a:lstStyle/>
        <a:p>
          <a:endParaRPr lang="en-US"/>
        </a:p>
      </dgm:t>
    </dgm:pt>
    <dgm:pt modelId="{D4C107CF-601E-468A-874A-C50B6FFA5BBE}" type="pres">
      <dgm:prSet presAssocID="{16D59B1E-C794-49B0-979D-DF764BFDCBE8}" presName="node" presStyleCnt="0"/>
      <dgm:spPr/>
    </dgm:pt>
    <dgm:pt modelId="{0B4ACFBB-8569-4AF7-A6D2-A6708FA094C1}" type="pres">
      <dgm:prSet presAssocID="{16D59B1E-C794-49B0-979D-DF764BFDCBE8}" presName="parentNode" presStyleLbl="node1" presStyleIdx="7" presStyleCnt="9" custScaleX="501406" custScaleY="8158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712117-D8C7-441B-B82C-74DB236AA28F}" type="pres">
      <dgm:prSet presAssocID="{16D59B1E-C794-49B0-979D-DF764BFDCBE8}" presName="childNode" presStyleLbl="revTx" presStyleIdx="0" presStyleCnt="0">
        <dgm:presLayoutVars>
          <dgm:bulletEnabled val="1"/>
        </dgm:presLayoutVars>
      </dgm:prSet>
      <dgm:spPr/>
    </dgm:pt>
    <dgm:pt modelId="{A0D72EE0-0860-4BB6-A804-8D44FE79ED25}" type="pres">
      <dgm:prSet presAssocID="{FF8D93A9-585D-4B46-8F7A-0DDD48EB4D78}" presName="Name25" presStyleLbl="parChTrans1D1" presStyleIdx="7" presStyleCnt="8"/>
      <dgm:spPr/>
      <dgm:t>
        <a:bodyPr/>
        <a:lstStyle/>
        <a:p>
          <a:endParaRPr lang="en-US"/>
        </a:p>
      </dgm:t>
    </dgm:pt>
    <dgm:pt modelId="{558B50EF-73D8-4437-B634-90B2B3A0B974}" type="pres">
      <dgm:prSet presAssocID="{C3A93F00-FAF0-435A-97DF-DE004D9291BD}" presName="node" presStyleCnt="0"/>
      <dgm:spPr/>
    </dgm:pt>
    <dgm:pt modelId="{D1CC7D3E-C994-4980-B9CF-B0D9BFE7A9F1}" type="pres">
      <dgm:prSet presAssocID="{C3A93F00-FAF0-435A-97DF-DE004D9291BD}" presName="parentNode" presStyleLbl="node1" presStyleIdx="8" presStyleCnt="9" custScaleX="414469" custScaleY="851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EC791F-0D3E-4B05-910A-E768CE56976C}" type="pres">
      <dgm:prSet presAssocID="{C3A93F00-FAF0-435A-97DF-DE004D9291BD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A935E185-E15B-4DFE-8898-174036BF0F9F}" srcId="{173DB92C-D049-4A74-A80A-491444E1F0AF}" destId="{483F6B3E-AB82-49B5-84F4-F8F95C92D1B1}" srcOrd="0" destOrd="0" parTransId="{626D0D32-4688-40B6-BF46-CFA8CF64929A}" sibTransId="{4C72D3DB-C719-4BB8-8B3A-9E725B85E9AF}"/>
    <dgm:cxn modelId="{F3A02C89-0B1E-4B3C-A7FC-EB2E80574FFC}" type="presOf" srcId="{DF901B19-3191-4A6C-8A0F-B9967C7D0CC3}" destId="{30D95CBB-867F-4829-B687-0034A2EBC429}" srcOrd="0" destOrd="0" presId="urn:microsoft.com/office/officeart/2005/8/layout/radial2"/>
    <dgm:cxn modelId="{D857D8B1-A4E3-4650-839F-A77479A6700F}" srcId="{173DB92C-D049-4A74-A80A-491444E1F0AF}" destId="{16D59B1E-C794-49B0-979D-DF764BFDCBE8}" srcOrd="6" destOrd="0" parTransId="{5436310B-C805-485E-B1A8-15AA24E4BC32}" sibTransId="{40FE7877-0EF7-430A-B193-ED709483554C}"/>
    <dgm:cxn modelId="{BD1B12AD-6F46-4E7C-9A03-A67C35A58570}" type="presOf" srcId="{27F389F9-A6C5-4F8A-A38C-AC75B32C7956}" destId="{0024B8A4-AAB1-40B3-AEDC-025C49A48C0A}" srcOrd="0" destOrd="0" presId="urn:microsoft.com/office/officeart/2005/8/layout/radial2"/>
    <dgm:cxn modelId="{54CAEA99-3DD0-41CE-8E4F-AFBF11953B26}" type="presOf" srcId="{67D58161-699F-4DA2-ACF9-476346BC15C3}" destId="{C5976F5C-EF09-4A36-9EE1-E0F3EB239154}" srcOrd="0" destOrd="0" presId="urn:microsoft.com/office/officeart/2005/8/layout/radial2"/>
    <dgm:cxn modelId="{C09ED8AE-29F7-4CC8-B6B5-9BADC726155F}" type="presOf" srcId="{FF8D93A9-585D-4B46-8F7A-0DDD48EB4D78}" destId="{A0D72EE0-0860-4BB6-A804-8D44FE79ED25}" srcOrd="0" destOrd="0" presId="urn:microsoft.com/office/officeart/2005/8/layout/radial2"/>
    <dgm:cxn modelId="{3E67D7C3-B713-4F46-9CAE-B60081D134B3}" type="presOf" srcId="{2AA2F887-DC1E-4E2E-BB9C-AEF9F9697F7F}" destId="{7EB5DCC1-D671-4B9E-9309-CF73D0CDF859}" srcOrd="0" destOrd="0" presId="urn:microsoft.com/office/officeart/2005/8/layout/radial2"/>
    <dgm:cxn modelId="{7FD934BB-B489-46A6-B46F-83B70FDE41D7}" type="presOf" srcId="{6926786F-E730-432F-892F-4FDE2E6133F6}" destId="{FCB2929A-FE71-4B1B-9F62-33D3D9C75360}" srcOrd="0" destOrd="0" presId="urn:microsoft.com/office/officeart/2005/8/layout/radial2"/>
    <dgm:cxn modelId="{4F9046CF-F238-4238-AAA0-CD84DB6FDC3C}" srcId="{173DB92C-D049-4A74-A80A-491444E1F0AF}" destId="{F4EEB413-71C2-4C3A-A022-EE2A90C47F57}" srcOrd="3" destOrd="0" parTransId="{B629E49A-7999-4183-8D47-BCFD4BFDF97F}" sibTransId="{ECF07AC4-A9BE-490E-8AFA-44700558A4CA}"/>
    <dgm:cxn modelId="{C2C3F8BF-4158-414E-B9D7-5591237EB798}" type="presOf" srcId="{47DDC44E-6240-42FA-B3D7-C490754FE1DC}" destId="{2658FE20-A9C1-425F-A9F9-5572F96778FB}" srcOrd="0" destOrd="0" presId="urn:microsoft.com/office/officeart/2005/8/layout/radial2"/>
    <dgm:cxn modelId="{43D83B4C-8D7E-4A7D-BE51-F27C9A32316A}" type="presOf" srcId="{173DB92C-D049-4A74-A80A-491444E1F0AF}" destId="{69B436C4-D071-42A6-A6A3-F8D3F12B4E34}" srcOrd="0" destOrd="0" presId="urn:microsoft.com/office/officeart/2005/8/layout/radial2"/>
    <dgm:cxn modelId="{1A4A1A20-9B28-427B-973B-706B82B32B61}" srcId="{173DB92C-D049-4A74-A80A-491444E1F0AF}" destId="{A538BAAB-8281-4F23-80F5-134A3EB19163}" srcOrd="2" destOrd="0" parTransId="{6926786F-E730-432F-892F-4FDE2E6133F6}" sibTransId="{88A85A14-1613-4711-A3EC-2657F7A26FCC}"/>
    <dgm:cxn modelId="{FD05BD55-8A88-45EC-95C5-E7F3D737C819}" type="presOf" srcId="{5436310B-C805-485E-B1A8-15AA24E4BC32}" destId="{50198EB6-4F56-4A35-B691-0F5A0FFED48E}" srcOrd="0" destOrd="0" presId="urn:microsoft.com/office/officeart/2005/8/layout/radial2"/>
    <dgm:cxn modelId="{1F0B202A-B438-4FF5-B398-850054BBC1EB}" type="presOf" srcId="{C3A93F00-FAF0-435A-97DF-DE004D9291BD}" destId="{D1CC7D3E-C994-4980-B9CF-B0D9BFE7A9F1}" srcOrd="0" destOrd="0" presId="urn:microsoft.com/office/officeart/2005/8/layout/radial2"/>
    <dgm:cxn modelId="{E817B6FF-5826-45AF-A1E1-334D54467E1A}" type="presOf" srcId="{16D59B1E-C794-49B0-979D-DF764BFDCBE8}" destId="{0B4ACFBB-8569-4AF7-A6D2-A6708FA094C1}" srcOrd="0" destOrd="0" presId="urn:microsoft.com/office/officeart/2005/8/layout/radial2"/>
    <dgm:cxn modelId="{BAFBF4E2-3170-4245-A56F-9605ACE6D134}" type="presOf" srcId="{577CC02A-CE95-4CBD-95AC-2D62C9F03C82}" destId="{9C6B20FB-6FF5-4319-A653-0246CA17DB9C}" srcOrd="0" destOrd="0" presId="urn:microsoft.com/office/officeart/2005/8/layout/radial2"/>
    <dgm:cxn modelId="{9B1EF50B-E1DA-4CA3-BE83-568BABA52AF1}" type="presOf" srcId="{483F6B3E-AB82-49B5-84F4-F8F95C92D1B1}" destId="{D30F80D5-E626-402A-9EA6-BF1554FA1803}" srcOrd="0" destOrd="0" presId="urn:microsoft.com/office/officeart/2005/8/layout/radial2"/>
    <dgm:cxn modelId="{321554B5-8A0A-45CE-806B-69387FFBA5C7}" type="presOf" srcId="{A538BAAB-8281-4F23-80F5-134A3EB19163}" destId="{C8900A10-8F05-44FC-BA1D-C4B220301A90}" srcOrd="0" destOrd="0" presId="urn:microsoft.com/office/officeart/2005/8/layout/radial2"/>
    <dgm:cxn modelId="{D7335A69-B8F5-43B2-9D7C-72688793B046}" srcId="{173DB92C-D049-4A74-A80A-491444E1F0AF}" destId="{577CC02A-CE95-4CBD-95AC-2D62C9F03C82}" srcOrd="1" destOrd="0" parTransId="{27F389F9-A6C5-4F8A-A38C-AC75B32C7956}" sibTransId="{28F5F0E2-EBDC-4601-8C94-1E224664F512}"/>
    <dgm:cxn modelId="{59A2CE29-C0BD-4FC2-82AF-0BAC2D42DB33}" type="presOf" srcId="{F4EEB413-71C2-4C3A-A022-EE2A90C47F57}" destId="{A3950C0A-483F-4920-B2E8-BD4254AF2544}" srcOrd="0" destOrd="0" presId="urn:microsoft.com/office/officeart/2005/8/layout/radial2"/>
    <dgm:cxn modelId="{88D6BAB4-10D4-4B88-8AA8-A98A99163737}" type="presOf" srcId="{626D0D32-4688-40B6-BF46-CFA8CF64929A}" destId="{794ECA7E-32A1-4FF3-86DD-3001346A231E}" srcOrd="0" destOrd="0" presId="urn:microsoft.com/office/officeart/2005/8/layout/radial2"/>
    <dgm:cxn modelId="{6251D15A-DFC3-416C-A3D0-4249B6BB9870}" srcId="{173DB92C-D049-4A74-A80A-491444E1F0AF}" destId="{67D58161-699F-4DA2-ACF9-476346BC15C3}" srcOrd="5" destOrd="0" parTransId="{2AA2F887-DC1E-4E2E-BB9C-AEF9F9697F7F}" sibTransId="{65D35DEA-8A4A-4E65-B5F0-6D2CB85DD622}"/>
    <dgm:cxn modelId="{13F1DD5F-111B-401F-A129-4B92D6F99DE2}" srcId="{173DB92C-D049-4A74-A80A-491444E1F0AF}" destId="{C3A93F00-FAF0-435A-97DF-DE004D9291BD}" srcOrd="7" destOrd="0" parTransId="{FF8D93A9-585D-4B46-8F7A-0DDD48EB4D78}" sibTransId="{549EB0C5-374E-4EA0-8624-DCB96BCD44A6}"/>
    <dgm:cxn modelId="{5B8D3E6E-25E8-4B46-87CE-50E825238191}" srcId="{173DB92C-D049-4A74-A80A-491444E1F0AF}" destId="{47DDC44E-6240-42FA-B3D7-C490754FE1DC}" srcOrd="4" destOrd="0" parTransId="{DF901B19-3191-4A6C-8A0F-B9967C7D0CC3}" sibTransId="{F1A6F8F2-DEE6-4924-9483-8C74A23DD8AE}"/>
    <dgm:cxn modelId="{87A829AD-A05A-4ED0-931D-6478CE4A0AF5}" type="presOf" srcId="{B629E49A-7999-4183-8D47-BCFD4BFDF97F}" destId="{A2C0382C-D220-4245-9686-58D33961EC49}" srcOrd="0" destOrd="0" presId="urn:microsoft.com/office/officeart/2005/8/layout/radial2"/>
    <dgm:cxn modelId="{1EA9148A-E0D5-48D6-BF4A-489A9EB19D15}" type="presParOf" srcId="{69B436C4-D071-42A6-A6A3-F8D3F12B4E34}" destId="{5526EE2A-32E6-49EE-A235-FF3CF3A741DE}" srcOrd="0" destOrd="0" presId="urn:microsoft.com/office/officeart/2005/8/layout/radial2"/>
    <dgm:cxn modelId="{AC46B79F-97CF-42B0-8484-A430B05FAA68}" type="presParOf" srcId="{5526EE2A-32E6-49EE-A235-FF3CF3A741DE}" destId="{BC30EFBC-137A-4E47-8A7B-C6D22CD4B372}" srcOrd="0" destOrd="0" presId="urn:microsoft.com/office/officeart/2005/8/layout/radial2"/>
    <dgm:cxn modelId="{81E0A2EE-BB98-4D7F-A031-C1402F837CDF}" type="presParOf" srcId="{BC30EFBC-137A-4E47-8A7B-C6D22CD4B372}" destId="{86FDFAAF-5B51-47AE-AC3A-5A484648971A}" srcOrd="0" destOrd="0" presId="urn:microsoft.com/office/officeart/2005/8/layout/radial2"/>
    <dgm:cxn modelId="{146A6FAB-44B5-4241-8C6D-CCC323BD7DE6}" type="presParOf" srcId="{BC30EFBC-137A-4E47-8A7B-C6D22CD4B372}" destId="{F5083174-2A4B-442D-984F-0CE376E149F2}" srcOrd="1" destOrd="0" presId="urn:microsoft.com/office/officeart/2005/8/layout/radial2"/>
    <dgm:cxn modelId="{5132E825-6EF0-4D85-82B3-F8180EF1AEF0}" type="presParOf" srcId="{5526EE2A-32E6-49EE-A235-FF3CF3A741DE}" destId="{794ECA7E-32A1-4FF3-86DD-3001346A231E}" srcOrd="1" destOrd="0" presId="urn:microsoft.com/office/officeart/2005/8/layout/radial2"/>
    <dgm:cxn modelId="{4E139609-4AF1-424F-B1E8-ED810B19B611}" type="presParOf" srcId="{5526EE2A-32E6-49EE-A235-FF3CF3A741DE}" destId="{D9E82795-BEAD-46E1-B9D8-A474AA9365F8}" srcOrd="2" destOrd="0" presId="urn:microsoft.com/office/officeart/2005/8/layout/radial2"/>
    <dgm:cxn modelId="{81EE6EDC-086F-46EE-95BC-8422DF773D3E}" type="presParOf" srcId="{D9E82795-BEAD-46E1-B9D8-A474AA9365F8}" destId="{D30F80D5-E626-402A-9EA6-BF1554FA1803}" srcOrd="0" destOrd="0" presId="urn:microsoft.com/office/officeart/2005/8/layout/radial2"/>
    <dgm:cxn modelId="{766CD4CD-5EB5-4043-BD0B-35CEA67E3267}" type="presParOf" srcId="{D9E82795-BEAD-46E1-B9D8-A474AA9365F8}" destId="{C0A180A4-EEFD-4094-B8D7-8B90AFA861AE}" srcOrd="1" destOrd="0" presId="urn:microsoft.com/office/officeart/2005/8/layout/radial2"/>
    <dgm:cxn modelId="{BCBDC70A-AD9F-4DE1-B2F8-2CA1C564AF6C}" type="presParOf" srcId="{5526EE2A-32E6-49EE-A235-FF3CF3A741DE}" destId="{0024B8A4-AAB1-40B3-AEDC-025C49A48C0A}" srcOrd="3" destOrd="0" presId="urn:microsoft.com/office/officeart/2005/8/layout/radial2"/>
    <dgm:cxn modelId="{83137C07-B1E2-4DBB-9A3A-8FF52F80985C}" type="presParOf" srcId="{5526EE2A-32E6-49EE-A235-FF3CF3A741DE}" destId="{3A3E472C-B3E7-4377-BA6F-9A987D8EF9F3}" srcOrd="4" destOrd="0" presId="urn:microsoft.com/office/officeart/2005/8/layout/radial2"/>
    <dgm:cxn modelId="{4DBE98CC-A03F-4975-9AD7-254146382A8D}" type="presParOf" srcId="{3A3E472C-B3E7-4377-BA6F-9A987D8EF9F3}" destId="{9C6B20FB-6FF5-4319-A653-0246CA17DB9C}" srcOrd="0" destOrd="0" presId="urn:microsoft.com/office/officeart/2005/8/layout/radial2"/>
    <dgm:cxn modelId="{3F88448A-04B0-4B6B-8DD1-8E0819FAEEAD}" type="presParOf" srcId="{3A3E472C-B3E7-4377-BA6F-9A987D8EF9F3}" destId="{5EB5045E-6C8F-48BC-8286-AFEC1E329281}" srcOrd="1" destOrd="0" presId="urn:microsoft.com/office/officeart/2005/8/layout/radial2"/>
    <dgm:cxn modelId="{E77A8900-CD2A-46F1-930D-9C6C1E2B52CF}" type="presParOf" srcId="{5526EE2A-32E6-49EE-A235-FF3CF3A741DE}" destId="{FCB2929A-FE71-4B1B-9F62-33D3D9C75360}" srcOrd="5" destOrd="0" presId="urn:microsoft.com/office/officeart/2005/8/layout/radial2"/>
    <dgm:cxn modelId="{2021B86F-E354-4320-9D4B-ED199275ED11}" type="presParOf" srcId="{5526EE2A-32E6-49EE-A235-FF3CF3A741DE}" destId="{26BF8D6B-8B05-4AE4-B859-AEB794FD17E1}" srcOrd="6" destOrd="0" presId="urn:microsoft.com/office/officeart/2005/8/layout/radial2"/>
    <dgm:cxn modelId="{B86C6E30-C244-42A3-8CB0-1BEDE380E47B}" type="presParOf" srcId="{26BF8D6B-8B05-4AE4-B859-AEB794FD17E1}" destId="{C8900A10-8F05-44FC-BA1D-C4B220301A90}" srcOrd="0" destOrd="0" presId="urn:microsoft.com/office/officeart/2005/8/layout/radial2"/>
    <dgm:cxn modelId="{194179A0-7A28-4664-8418-4EDB85FC9744}" type="presParOf" srcId="{26BF8D6B-8B05-4AE4-B859-AEB794FD17E1}" destId="{DC5C72A6-D112-4D89-A94C-06600469A62D}" srcOrd="1" destOrd="0" presId="urn:microsoft.com/office/officeart/2005/8/layout/radial2"/>
    <dgm:cxn modelId="{A2924A9A-9996-4C6E-8961-60DB2F55C314}" type="presParOf" srcId="{5526EE2A-32E6-49EE-A235-FF3CF3A741DE}" destId="{A2C0382C-D220-4245-9686-58D33961EC49}" srcOrd="7" destOrd="0" presId="urn:microsoft.com/office/officeart/2005/8/layout/radial2"/>
    <dgm:cxn modelId="{65D89ACA-97A2-4295-9B58-48D35135D00C}" type="presParOf" srcId="{5526EE2A-32E6-49EE-A235-FF3CF3A741DE}" destId="{57CA0E7D-C6AA-4008-B7E5-3E072E72E70B}" srcOrd="8" destOrd="0" presId="urn:microsoft.com/office/officeart/2005/8/layout/radial2"/>
    <dgm:cxn modelId="{B1976EED-1749-42DF-AEEF-79887F61E44A}" type="presParOf" srcId="{57CA0E7D-C6AA-4008-B7E5-3E072E72E70B}" destId="{A3950C0A-483F-4920-B2E8-BD4254AF2544}" srcOrd="0" destOrd="0" presId="urn:microsoft.com/office/officeart/2005/8/layout/radial2"/>
    <dgm:cxn modelId="{191A8189-D070-449F-842F-9428121FEE7D}" type="presParOf" srcId="{57CA0E7D-C6AA-4008-B7E5-3E072E72E70B}" destId="{B73F6EB8-3060-4484-901B-DC99B21C8042}" srcOrd="1" destOrd="0" presId="urn:microsoft.com/office/officeart/2005/8/layout/radial2"/>
    <dgm:cxn modelId="{4A513538-1B2B-4C8E-9D61-1BBC0B62613A}" type="presParOf" srcId="{5526EE2A-32E6-49EE-A235-FF3CF3A741DE}" destId="{30D95CBB-867F-4829-B687-0034A2EBC429}" srcOrd="9" destOrd="0" presId="urn:microsoft.com/office/officeart/2005/8/layout/radial2"/>
    <dgm:cxn modelId="{22BFA9B6-D7A9-4608-BB06-A5E3ED0FC3BF}" type="presParOf" srcId="{5526EE2A-32E6-49EE-A235-FF3CF3A741DE}" destId="{C0C292D7-25D7-40E8-A517-4654D259CBB2}" srcOrd="10" destOrd="0" presId="urn:microsoft.com/office/officeart/2005/8/layout/radial2"/>
    <dgm:cxn modelId="{B11AAB44-7B6E-4314-AB4A-C7E45922E54B}" type="presParOf" srcId="{C0C292D7-25D7-40E8-A517-4654D259CBB2}" destId="{2658FE20-A9C1-425F-A9F9-5572F96778FB}" srcOrd="0" destOrd="0" presId="urn:microsoft.com/office/officeart/2005/8/layout/radial2"/>
    <dgm:cxn modelId="{113FD4F5-3626-4796-BAFF-6F57AB318172}" type="presParOf" srcId="{C0C292D7-25D7-40E8-A517-4654D259CBB2}" destId="{E1661B1F-5C1E-4490-AFA8-16B58648BBDF}" srcOrd="1" destOrd="0" presId="urn:microsoft.com/office/officeart/2005/8/layout/radial2"/>
    <dgm:cxn modelId="{EB500DB8-AB33-4D1A-9099-8C37DF36D184}" type="presParOf" srcId="{5526EE2A-32E6-49EE-A235-FF3CF3A741DE}" destId="{7EB5DCC1-D671-4B9E-9309-CF73D0CDF859}" srcOrd="11" destOrd="0" presId="urn:microsoft.com/office/officeart/2005/8/layout/radial2"/>
    <dgm:cxn modelId="{7D38D6C8-814B-44DF-9E49-809586680C1D}" type="presParOf" srcId="{5526EE2A-32E6-49EE-A235-FF3CF3A741DE}" destId="{83F196E9-95AE-44DA-87FA-DE8AE47464E6}" srcOrd="12" destOrd="0" presId="urn:microsoft.com/office/officeart/2005/8/layout/radial2"/>
    <dgm:cxn modelId="{41C3ACD7-B6BC-4E70-A5D1-700AC556DB88}" type="presParOf" srcId="{83F196E9-95AE-44DA-87FA-DE8AE47464E6}" destId="{C5976F5C-EF09-4A36-9EE1-E0F3EB239154}" srcOrd="0" destOrd="0" presId="urn:microsoft.com/office/officeart/2005/8/layout/radial2"/>
    <dgm:cxn modelId="{3E61B8AF-8E31-4287-B8D5-F581B39F5337}" type="presParOf" srcId="{83F196E9-95AE-44DA-87FA-DE8AE47464E6}" destId="{C170BEBD-0A78-4A38-B3DB-45B3354198C1}" srcOrd="1" destOrd="0" presId="urn:microsoft.com/office/officeart/2005/8/layout/radial2"/>
    <dgm:cxn modelId="{EFF5E1DA-5DE9-4A02-9D41-E440DDBC77EE}" type="presParOf" srcId="{5526EE2A-32E6-49EE-A235-FF3CF3A741DE}" destId="{50198EB6-4F56-4A35-B691-0F5A0FFED48E}" srcOrd="13" destOrd="0" presId="urn:microsoft.com/office/officeart/2005/8/layout/radial2"/>
    <dgm:cxn modelId="{930A3EC9-5920-436F-91B8-F207EC23E470}" type="presParOf" srcId="{5526EE2A-32E6-49EE-A235-FF3CF3A741DE}" destId="{D4C107CF-601E-468A-874A-C50B6FFA5BBE}" srcOrd="14" destOrd="0" presId="urn:microsoft.com/office/officeart/2005/8/layout/radial2"/>
    <dgm:cxn modelId="{56C050D1-E310-4184-9598-1ABB94FE9039}" type="presParOf" srcId="{D4C107CF-601E-468A-874A-C50B6FFA5BBE}" destId="{0B4ACFBB-8569-4AF7-A6D2-A6708FA094C1}" srcOrd="0" destOrd="0" presId="urn:microsoft.com/office/officeart/2005/8/layout/radial2"/>
    <dgm:cxn modelId="{265D6201-80E0-4C7A-9E54-F4B4812AF140}" type="presParOf" srcId="{D4C107CF-601E-468A-874A-C50B6FFA5BBE}" destId="{78712117-D8C7-441B-B82C-74DB236AA28F}" srcOrd="1" destOrd="0" presId="urn:microsoft.com/office/officeart/2005/8/layout/radial2"/>
    <dgm:cxn modelId="{3B633DBD-6B8E-4581-BD3C-60CA3E3EDAE6}" type="presParOf" srcId="{5526EE2A-32E6-49EE-A235-FF3CF3A741DE}" destId="{A0D72EE0-0860-4BB6-A804-8D44FE79ED25}" srcOrd="15" destOrd="0" presId="urn:microsoft.com/office/officeart/2005/8/layout/radial2"/>
    <dgm:cxn modelId="{5CBB390C-E9AB-4A08-A329-41BF143C964A}" type="presParOf" srcId="{5526EE2A-32E6-49EE-A235-FF3CF3A741DE}" destId="{558B50EF-73D8-4437-B634-90B2B3A0B974}" srcOrd="16" destOrd="0" presId="urn:microsoft.com/office/officeart/2005/8/layout/radial2"/>
    <dgm:cxn modelId="{76288772-15A9-416B-8468-AB49693AA315}" type="presParOf" srcId="{558B50EF-73D8-4437-B634-90B2B3A0B974}" destId="{D1CC7D3E-C994-4980-B9CF-B0D9BFE7A9F1}" srcOrd="0" destOrd="0" presId="urn:microsoft.com/office/officeart/2005/8/layout/radial2"/>
    <dgm:cxn modelId="{48958EF0-3C2A-4CA6-885D-B61F57DC326D}" type="presParOf" srcId="{558B50EF-73D8-4437-B634-90B2B3A0B974}" destId="{CCEC791F-0D3E-4B05-910A-E768CE56976C}" srcOrd="1" destOrd="0" presId="urn:microsoft.com/office/officeart/2005/8/layout/radial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617220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617220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>
              <a:defRPr sz="1500"/>
            </a:lvl1pPr>
          </a:lstStyle>
          <a:p>
            <a:fld id="{CB751AE5-3E61-4DD6-9C2E-AEFB2FD67DA1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925513"/>
            <a:ext cx="8229600" cy="462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863590"/>
            <a:ext cx="5852160" cy="5554980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725038"/>
            <a:ext cx="3169920" cy="617220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11725038"/>
            <a:ext cx="3169920" cy="617220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r">
              <a:defRPr sz="1500"/>
            </a:lvl1pPr>
          </a:lstStyle>
          <a:p>
            <a:fld id="{300B1F31-670F-49B1-9F16-41DFC992C5F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4685FE-FD45-4CFD-B3C3-9F04749321C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079B1-9E4B-40C9-838E-D3BCA742D35A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4EB01B-A413-473B-A71E-50D17DC2F9B4}" type="slidenum">
              <a:rPr lang="es-ES"/>
              <a:pPr/>
              <a:t>‹#›</a:t>
            </a:fld>
            <a:endParaRPr lang="es-ES"/>
          </a:p>
        </p:txBody>
      </p:sp>
      <p:pic>
        <p:nvPicPr>
          <p:cNvPr id="7" name="Picture 6" descr="abacus-too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2396" y="4653683"/>
            <a:ext cx="1571604" cy="489817"/>
          </a:xfrm>
          <a:prstGeom prst="rect">
            <a:avLst/>
          </a:prstGeom>
        </p:spPr>
      </p:pic>
      <p:pic>
        <p:nvPicPr>
          <p:cNvPr id="8" name="Picture 7" descr="LOGOPNG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848994" y="0"/>
            <a:ext cx="1295006" cy="121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C7DDE6-2CEF-4291-A328-176E51843004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A0D7A-79E5-4BB2-85E9-05FE64596BCC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DABFC-E2F6-4A64-8A6D-F336DF0DC635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C68959-8800-4801-831B-77BF46E84245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5CE9E-1DB1-401D-946B-9448BAFD5E09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47CF16-C3EF-4262-9D3C-82B9D31F2B9D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00DD2-AF48-4C41-BCBE-DDDC7DA42B4C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1B4CA-4990-4E26-B9E1-5335B7ABF043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7D63A2-5351-4516-A53E-5276B4895F74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E82831A-F850-469E-BAB0-60DD472696FC}" type="slidenum">
              <a:rPr lang="es-ES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Data" Target="../diagrams/data1.xml"/><Relationship Id="rId7" Type="http://schemas.openxmlformats.org/officeDocument/2006/relationships/diagramData" Target="../diagrams/data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Colors" Target="../diagrams/colors2.xml"/><Relationship Id="rId4" Type="http://schemas.openxmlformats.org/officeDocument/2006/relationships/diagramLayout" Target="../diagrams/layout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vivatechgwl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539751" y="2680097"/>
            <a:ext cx="4283075" cy="408384"/>
          </a:xfrm>
          <a:noFill/>
          <a:ln/>
        </p:spPr>
        <p:txBody>
          <a:bodyPr/>
          <a:lstStyle/>
          <a:p>
            <a:pPr algn="l"/>
            <a:r>
              <a:rPr lang="es-UY" sz="5400" b="1" dirty="0" smtClean="0">
                <a:solidFill>
                  <a:srgbClr val="FF0000"/>
                </a:solidFill>
              </a:rPr>
              <a:t>ABACUS</a:t>
            </a:r>
            <a:endParaRPr lang="es-ES" sz="5400" b="1" dirty="0">
              <a:solidFill>
                <a:srgbClr val="FF0000"/>
              </a:solidFill>
            </a:endParaRPr>
          </a:p>
        </p:txBody>
      </p:sp>
      <p:sp>
        <p:nvSpPr>
          <p:cNvPr id="2173" name="Rectangle 125"/>
          <p:cNvSpPr>
            <a:spLocks noChangeArrowheads="1"/>
          </p:cNvSpPr>
          <p:nvPr/>
        </p:nvSpPr>
        <p:spPr bwMode="auto">
          <a:xfrm>
            <a:off x="0" y="3214692"/>
            <a:ext cx="6215074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s-UY" sz="2000" b="1" dirty="0" smtClean="0">
                <a:solidFill>
                  <a:srgbClr val="1C1C1C"/>
                </a:solidFill>
              </a:rPr>
              <a:t>THE NEXT GENERATION MATHEMATICS</a:t>
            </a:r>
            <a:endParaRPr lang="es-ES" sz="2000" b="1" dirty="0">
              <a:solidFill>
                <a:srgbClr val="1C1C1C"/>
              </a:solidFill>
            </a:endParaRPr>
          </a:p>
        </p:txBody>
      </p:sp>
      <p:pic>
        <p:nvPicPr>
          <p:cNvPr id="5" name="Picture 4" descr="VIVA LOGO PNG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43042" y="125392"/>
            <a:ext cx="2361257" cy="2303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41685"/>
            <a:ext cx="8229600" cy="73580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</a:t>
            </a:r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ABACUS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4428"/>
            <a:ext cx="9144000" cy="392907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Abacus is a tool to perform basic mathematical operations like addition, subtraction, multiplication and division. </a:t>
            </a:r>
            <a:endParaRPr lang="en-US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 contains one horizontal bar and usually 13 or 17 vertical rods with movable beads. </a:t>
            </a:r>
            <a:endParaRPr lang="en-US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 rod has one bead of value five above the horizontal bar and four beads of value one each below horizontal bar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2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1"/>
          <p:cNvGraphicFramePr>
            <a:graphicFrameLocks noGrp="1"/>
          </p:cNvGraphicFramePr>
          <p:nvPr>
            <p:ph sz="quarter" idx="2"/>
          </p:nvPr>
        </p:nvGraphicFramePr>
        <p:xfrm>
          <a:off x="1142976" y="1257316"/>
          <a:ext cx="4114800" cy="360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</p:nvPr>
        </p:nvGraphicFramePr>
        <p:xfrm>
          <a:off x="3586194" y="1200150"/>
          <a:ext cx="5486400" cy="360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71604" y="205979"/>
            <a:ext cx="6500858" cy="857250"/>
          </a:xfrm>
        </p:spPr>
        <p:txBody>
          <a:bodyPr/>
          <a:lstStyle/>
          <a:p>
            <a:pPr lvl="0"/>
            <a:r>
              <a:rPr lang="en-US" b="1" dirty="0" smtClean="0">
                <a:solidFill>
                  <a:schemeClr val="bg1"/>
                </a:solidFill>
              </a:rPr>
              <a:t>Left &amp; Right Brain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  <p:bldGraphic spid="13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00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786710" cy="51435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Power Of Right Brain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2990"/>
            <a:ext cx="8686800" cy="339447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 Calculation Speed with Accuracy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 mathematics an interesting subject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 Power to Concentrate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 Observation &amp; Visualization Power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 Memory Power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 Confidence and Self esteem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Power Of Right Brain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2990"/>
            <a:ext cx="8686800" cy="339447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 Calculation Speed with Accuracy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 mathematics an interesting subject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 Power to Concentrate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 Observation &amp; Visualization Power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 Memory Power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 Confidence and Self esteem</a:t>
            </a:r>
          </a:p>
          <a:p>
            <a:endParaRPr lang="en-US" sz="2800" dirty="0"/>
          </a:p>
        </p:txBody>
      </p:sp>
      <p:pic>
        <p:nvPicPr>
          <p:cNvPr id="4" name="Content Placeholder 7" descr="DSC0185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1195226"/>
            <a:ext cx="7929586" cy="394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ELIGIBILITY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 group : 5 to 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58"/>
            <a:ext cx="7801004" cy="857250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COURSE </a:t>
            </a:r>
            <a: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DETAILS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657615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Levels :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sz="2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(Each of 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months)</a:t>
            </a:r>
          </a:p>
          <a:p>
            <a:r>
              <a:rPr lang="en-US" sz="2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Duration :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2 Year. 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(Minimum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practice of 15 minutes daily)</a:t>
            </a:r>
          </a:p>
          <a:p>
            <a:r>
              <a:rPr lang="en-US" sz="2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Course </a:t>
            </a:r>
            <a:r>
              <a:rPr lang="en-US" sz="2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 </a:t>
            </a:r>
            <a:r>
              <a:rPr lang="en-US" sz="2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Addition, subtraction, multiplication, division, etc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2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Maximum Age : 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years of age. After that age, </a:t>
            </a:r>
            <a:r>
              <a:rPr lang="en-US" sz="2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Vedic </a:t>
            </a:r>
            <a:r>
              <a:rPr lang="en-US" sz="28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Maths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learning is more suitable.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357172"/>
            <a:ext cx="7543824" cy="857250"/>
          </a:xfrm>
        </p:spPr>
        <p:txBody>
          <a:bodyPr/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TO LEARN - BEST </a:t>
            </a:r>
            <a: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Online Abacus Classes by Certified 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Trainer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Teaching your child yourself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Sending your child to a good abacus </a:t>
            </a:r>
            <a:r>
              <a:rPr lang="en-US" dirty="0" smtClean="0"/>
              <a:t>T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raining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Abacus </a:t>
            </a:r>
            <a:r>
              <a:rPr 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Classes for </a:t>
            </a:r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kids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729053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can 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opt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online abacus classes and get your child trained by our certified trainer. </a:t>
            </a:r>
            <a:endParaRPr lang="en-US" sz="24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400" b="1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Benefits </a:t>
            </a:r>
            <a:r>
              <a:rPr lang="en-US" sz="24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of online classes are below:</a:t>
            </a:r>
          </a:p>
          <a:p>
            <a:r>
              <a:rPr lang="en-US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Saves your time and money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You need not go to any Abacus Institute. Thereby, you save time as well as transportation costs. Online program is always economical as compared to the fees charged at centers.</a:t>
            </a:r>
          </a:p>
          <a:p>
            <a:r>
              <a:rPr lang="en-US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child at a time: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You get dedicated trainer for your child who will focus on training your child only during the allotted time slot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894" y="214296"/>
            <a:ext cx="6186502" cy="857250"/>
          </a:xfrm>
        </p:spPr>
        <p:txBody>
          <a:bodyPr/>
          <a:lstStyle/>
          <a:p>
            <a:pPr algn="r"/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Abacus Classes for kids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/>
          <a:lstStyle/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Similar to a home tuition for your child.</a:t>
            </a:r>
          </a:p>
          <a:p>
            <a:r>
              <a:rPr lang="en-US" sz="2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Reasonable fee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28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Playway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technique of teaching.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by Certified trainers.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Teach Your Own </a:t>
            </a:r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Child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Yes, it is true! You can teach your kid easily. </a:t>
            </a:r>
            <a:endParaRPr lang="en-US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Roots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Abacus has a very effective program</a:t>
            </a:r>
            <a:r>
              <a:rPr lang="en-US" sz="2800" i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(Online Abacus Teacher Training Course) 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this purpose. </a:t>
            </a:r>
            <a:endParaRPr lang="en-US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most recommended method, </a:t>
            </a:r>
            <a:r>
              <a:rPr lang="en-US" sz="2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provided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you teach your kid yourself. </a:t>
            </a:r>
            <a:endParaRPr lang="en-US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Teach Your Own Child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/>
          <a:lstStyle/>
          <a:p>
            <a:r>
              <a:rPr lang="en-US" sz="2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Following are the salient features of the course:</a:t>
            </a:r>
            <a:endParaRPr lang="en-US" sz="2800" b="1" dirty="0"/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en-US" sz="28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maths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expertise required.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teach/are willing to teach your own kid.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can learn from home without going anywhere.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Abacus Teacher Training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729053"/>
          </a:xfrm>
        </p:spPr>
        <p:txBody>
          <a:bodyPr/>
          <a:lstStyle/>
          <a:p>
            <a:r>
              <a:rPr lang="en-US" sz="2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Abacus Teacher Training Course is easy, and can be done in a short period of time.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completing this course, you become the trainer for your child.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 could be a better teacher for a child than a child's own parents.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would also be available for your child any time he or she faces a problem while learning. For more details regarding the online abacus teacher training course.</a:t>
            </a:r>
          </a:p>
          <a:p>
            <a:r>
              <a:rPr lang="en-US" sz="2200" dirty="0" smtClean="0"/>
              <a:t>The last method to make your child learn abacus is making him/her join regular weekend abacus classes near your house</a:t>
            </a:r>
          </a:p>
          <a:p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480" y="142858"/>
            <a:ext cx="7429520" cy="857250"/>
          </a:xfrm>
        </p:spPr>
        <p:txBody>
          <a:bodyPr/>
          <a:lstStyle/>
          <a:p>
            <a:r>
              <a:rPr lang="en-US" sz="5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WHY </a:t>
            </a:r>
            <a:r>
              <a:rPr lang="en-US" sz="54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 ?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29053"/>
          </a:xfrm>
        </p:spPr>
        <p:txBody>
          <a:bodyPr/>
          <a:lstStyle/>
          <a:p>
            <a:r>
              <a:rPr lang="en-US" sz="2000" dirty="0" smtClean="0"/>
              <a:t>ISO 9001:2008 Certified.</a:t>
            </a:r>
          </a:p>
          <a:p>
            <a:r>
              <a:rPr lang="en-US" sz="2000" dirty="0" smtClean="0"/>
              <a:t>Affordable training fees</a:t>
            </a:r>
          </a:p>
          <a:p>
            <a:r>
              <a:rPr lang="en-US" sz="2000" dirty="0" smtClean="0"/>
              <a:t>Well planned training program</a:t>
            </a:r>
          </a:p>
          <a:p>
            <a:r>
              <a:rPr lang="en-US" sz="2000" dirty="0" smtClean="0"/>
              <a:t>Effortless &amp; Tech. Assisted Learning through our certified trainers.</a:t>
            </a:r>
          </a:p>
          <a:p>
            <a:r>
              <a:rPr lang="en-US" sz="2000" dirty="0" smtClean="0"/>
              <a:t>Software based practice methods to get expertise on the subject</a:t>
            </a:r>
          </a:p>
          <a:p>
            <a:r>
              <a:rPr lang="en-US" sz="2000" dirty="0" smtClean="0"/>
              <a:t>Software-based monitoring of Speed and Accuracy</a:t>
            </a:r>
          </a:p>
          <a:p>
            <a:r>
              <a:rPr lang="en-US" sz="2000" dirty="0" smtClean="0"/>
              <a:t>Regular reporting of all activities.</a:t>
            </a:r>
          </a:p>
          <a:p>
            <a:r>
              <a:rPr lang="en-US" sz="2000" dirty="0" smtClean="0"/>
              <a:t>Support via Telephone No. </a:t>
            </a:r>
            <a:r>
              <a:rPr lang="en-US" sz="2000" dirty="0" err="1" smtClean="0"/>
              <a:t>WhatsApp</a:t>
            </a:r>
            <a:r>
              <a:rPr lang="en-US" sz="2000" dirty="0" smtClean="0"/>
              <a:t> chats, emails, etc.</a:t>
            </a:r>
          </a:p>
          <a:p>
            <a:r>
              <a:rPr lang="en-US" sz="2000" dirty="0" smtClean="0"/>
              <a:t>Interesting and engaging teaching Method</a:t>
            </a:r>
          </a:p>
          <a:p>
            <a:r>
              <a:rPr lang="en-US" sz="2000" dirty="0" smtClean="0"/>
              <a:t>Online &amp; Offline competitions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FRANCHISE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12" y="1214428"/>
            <a:ext cx="5572132" cy="364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72386" cy="857250"/>
          </a:xfrm>
        </p:spPr>
        <p:txBody>
          <a:bodyPr/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ABACUS TEACHER </a:t>
            </a:r>
            <a: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TRAINING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/>
          <a:lstStyle/>
          <a:p>
            <a:r>
              <a:rPr lang="en-US" sz="2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Teacher </a:t>
            </a:r>
            <a:r>
              <a:rPr lang="en-US" sz="2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classes : 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can become an Abacus trainer by completing the course 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class or even online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en-US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then open your own abacus training center and earn handsome money. </a:t>
            </a:r>
            <a:endParaRPr lang="en-US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course is of short duration, easy to understand and very interesting. </a:t>
            </a:r>
            <a:endParaRPr lang="en-US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 not be expert in </a:t>
            </a:r>
            <a:r>
              <a:rPr lang="en-US" sz="2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maths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doing this course.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657615"/>
          </a:xfrm>
        </p:spPr>
        <p:txBody>
          <a:bodyPr/>
          <a:lstStyle/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Viva Abacus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franchisees do not need any prior technical experience to effectively operate a franchise. </a:t>
            </a:r>
            <a:endParaRPr lang="en-US" sz="24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comprehensive initial training program includes engaging, in-depth, informative classes on all technical matters, Marketing, operations and technology. </a:t>
            </a:r>
            <a:endParaRPr lang="en-US" sz="24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complete training with the confidence and knowledge necessary to succeed. </a:t>
            </a:r>
            <a:endParaRPr lang="en-US" sz="24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sessions would be taken by our Certified Trainers having good experience. 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72386" cy="857250"/>
          </a:xfrm>
        </p:spPr>
        <p:txBody>
          <a:bodyPr/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ABACUS TEACHER </a:t>
            </a:r>
            <a: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TRAINING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8686800" cy="3800491"/>
          </a:xfrm>
        </p:spPr>
        <p:txBody>
          <a:bodyPr/>
          <a:lstStyle/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and your trainer will work side-by-side working with employees, initiating marketing activities, and ensuring all of your Process is functioning properly prior to completing your first job. 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your training program, you would refine your working knowledge in: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571472" y="142858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FRANCHISE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FRANCHISE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/>
          <a:lstStyle/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Viva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Abacus Learning School encourages you to be a part of our franchise network and get the opportunity to grow with us. </a:t>
            </a:r>
            <a:endParaRPr lang="en-US" sz="24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 all support required to open up your own center. </a:t>
            </a:r>
            <a:endParaRPr lang="en-US" sz="24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interested in spreading education all over the 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latest innovations join us now. </a:t>
            </a:r>
            <a:endParaRPr lang="en-US" sz="24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focused support services provide valuable experience and information to its franchisees to ensure their growth and success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Administration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Service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Personnel Management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Advertising Planning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Technical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Proficiency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571472" y="142858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FRANCHISE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WHY US?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657615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Lowest Abacus teacher training fees</a:t>
            </a:r>
          </a:p>
          <a:p>
            <a:r>
              <a:rPr lang="en-US" sz="2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Franchise </a:t>
            </a:r>
            <a:r>
              <a:rPr lang="en-US" sz="22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Well planned </a:t>
            </a:r>
            <a:r>
              <a:rPr lang="en-US" sz="2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program. (Online as well as Offline)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Effortless &amp; Technology Assisted Learning for trainers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Offline </a:t>
            </a: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practice worksheets to get expertise on the subject</a:t>
            </a:r>
          </a:p>
          <a:p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Door step service for all </a:t>
            </a:r>
            <a:r>
              <a:rPr lang="en-US" sz="2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study material and Abacus tools</a:t>
            </a: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required</a:t>
            </a:r>
          </a:p>
          <a:p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Marketing &amp; Development support after course completion</a:t>
            </a:r>
          </a:p>
          <a:p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Enquiries coming from your area/region will be forwarded to you</a:t>
            </a:r>
            <a:r>
              <a:rPr lang="en-US" sz="2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WHY US?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729053"/>
          </a:xfrm>
        </p:spPr>
        <p:txBody>
          <a:bodyPr/>
          <a:lstStyle/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 Performance sheets to monitor your students' performance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to regulate Speed and Accuracy for every student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 updates of all activities of the child to parents and trainer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 interaction with trainers to understand and resolve their day to day queries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Play way teaching Method for kids.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Online 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Tests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Kids to learn the course effortlessly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 competitions for kids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24" y="205979"/>
            <a:ext cx="7829576" cy="85725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IMPORTANCE &amp; BENEFITS OF </a:t>
            </a:r>
            <a:r>
              <a:rPr lang="en-US" sz="36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36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600" b="1" dirty="0" smtClean="0">
                <a:solidFill>
                  <a:schemeClr val="bg1"/>
                </a:solidFill>
              </a:rPr>
              <a:t>VIVA</a:t>
            </a:r>
            <a:r>
              <a:rPr lang="en-US" sz="36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FRANCHISE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Trademarks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will be eligible for using trademark of Roots to be displayed on your sign boards, pamphlets, and other publicity material.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3229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IMPORTANT TERMS </a:t>
            </a:r>
            <a: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&amp; CONDITIONS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65761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Certification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successfully completing the course, 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be awarded as a Certified </a:t>
            </a:r>
            <a:r>
              <a:rPr lang="en-US" sz="2400" dirty="0" smtClean="0"/>
              <a:t>Student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Viva Abacus,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an ISO 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9001:2008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Certified Company.</a:t>
            </a:r>
          </a:p>
          <a:p>
            <a:r>
              <a:rPr lang="en-US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Royalty</a:t>
            </a:r>
          </a:p>
          <a:p>
            <a:r>
              <a:rPr lang="en-US" sz="2400" dirty="0" smtClean="0"/>
              <a:t>No Royalty</a:t>
            </a:r>
            <a:endParaRPr lang="en-US" sz="24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Roles &amp; Responsibility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0" y="1128713"/>
            <a:ext cx="9144000" cy="3729053"/>
          </a:xfrm>
        </p:spPr>
        <p:txBody>
          <a:bodyPr/>
          <a:lstStyle/>
          <a:p>
            <a:r>
              <a:rPr lang="en-US" sz="1600" b="1" dirty="0" smtClean="0"/>
              <a:t>Viva Technologies</a:t>
            </a:r>
          </a:p>
          <a:p>
            <a:pPr lvl="1"/>
            <a:r>
              <a:rPr lang="en-US" sz="1400" dirty="0" smtClean="0"/>
              <a:t>Books</a:t>
            </a:r>
          </a:p>
          <a:p>
            <a:pPr lvl="1"/>
            <a:r>
              <a:rPr lang="en-US" sz="1400" dirty="0" smtClean="0"/>
              <a:t>Abacus Tool</a:t>
            </a:r>
          </a:p>
          <a:p>
            <a:pPr lvl="1"/>
            <a:r>
              <a:rPr lang="en-US" sz="1400" dirty="0" smtClean="0"/>
              <a:t>Hearing Exercise for Parents</a:t>
            </a:r>
          </a:p>
          <a:p>
            <a:pPr lvl="1"/>
            <a:r>
              <a:rPr lang="en-US" sz="1400" dirty="0" smtClean="0"/>
              <a:t>Training to Faculty</a:t>
            </a:r>
          </a:p>
          <a:p>
            <a:pPr lvl="1"/>
            <a:r>
              <a:rPr lang="en-US" sz="1400" dirty="0" smtClean="0"/>
              <a:t>Students Test</a:t>
            </a:r>
          </a:p>
          <a:p>
            <a:pPr lvl="1"/>
            <a:r>
              <a:rPr lang="en-US" sz="1400" dirty="0" smtClean="0"/>
              <a:t>Student Assessment</a:t>
            </a:r>
          </a:p>
          <a:p>
            <a:pPr lvl="1"/>
            <a:r>
              <a:rPr lang="en-US" sz="1400" dirty="0" smtClean="0"/>
              <a:t>Competitions: </a:t>
            </a:r>
          </a:p>
          <a:p>
            <a:pPr lvl="1"/>
            <a:r>
              <a:rPr lang="en-US" sz="1400" dirty="0" smtClean="0"/>
              <a:t>How to get the best performance from students:</a:t>
            </a:r>
          </a:p>
          <a:p>
            <a:pPr lvl="1"/>
            <a:r>
              <a:rPr lang="en-US" sz="1400" dirty="0" smtClean="0"/>
              <a:t>Parent-Teacher Sessions:</a:t>
            </a:r>
          </a:p>
          <a:p>
            <a:pPr lvl="1"/>
            <a:r>
              <a:rPr lang="en-US" sz="1400" dirty="0" smtClean="0"/>
              <a:t>Software &amp; Technology</a:t>
            </a:r>
          </a:p>
          <a:p>
            <a:pPr lvl="1"/>
            <a:r>
              <a:rPr lang="en-US" sz="1600" b="1" dirty="0" smtClean="0">
                <a:ea typeface="+mn-ea"/>
              </a:rPr>
              <a:t>Marketing strategies: </a:t>
            </a:r>
          </a:p>
          <a:p>
            <a:pPr lvl="1"/>
            <a:r>
              <a:rPr lang="en-US" sz="1400" dirty="0" smtClean="0"/>
              <a:t>Online Marketing:  </a:t>
            </a:r>
            <a:r>
              <a:rPr lang="en-US" sz="1400" dirty="0" err="1" smtClean="0"/>
              <a:t>Facebook</a:t>
            </a:r>
            <a:r>
              <a:rPr lang="en-US" sz="1400" dirty="0" smtClean="0"/>
              <a:t>, Twitter, </a:t>
            </a:r>
            <a:r>
              <a:rPr lang="en-US" sz="1400" dirty="0" err="1" smtClean="0"/>
              <a:t>Instagram</a:t>
            </a:r>
            <a:r>
              <a:rPr lang="en-US" sz="1400" dirty="0" smtClean="0"/>
              <a:t> Etc.</a:t>
            </a:r>
          </a:p>
          <a:p>
            <a:pPr lvl="1"/>
            <a:r>
              <a:rPr lang="en-US" sz="1400" dirty="0" smtClean="0"/>
              <a:t>How to handle Parents &amp; Students enquiries.</a:t>
            </a:r>
            <a:endParaRPr lang="en-US" sz="14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105400" y="1214428"/>
            <a:ext cx="4038600" cy="3394472"/>
          </a:xfrm>
        </p:spPr>
        <p:txBody>
          <a:bodyPr/>
          <a:lstStyle/>
          <a:p>
            <a:r>
              <a:rPr lang="en-US" sz="2000" b="1" dirty="0" smtClean="0"/>
              <a:t>Franchise</a:t>
            </a:r>
          </a:p>
          <a:p>
            <a:pPr lvl="1"/>
            <a:r>
              <a:rPr lang="en-US" sz="1800" dirty="0" smtClean="0"/>
              <a:t>Trainer or Faculty</a:t>
            </a:r>
          </a:p>
          <a:p>
            <a:pPr lvl="1"/>
            <a:r>
              <a:rPr lang="en-US" sz="1800" dirty="0" smtClean="0"/>
              <a:t>Class Facility</a:t>
            </a:r>
            <a:endParaRPr lang="en-US" sz="1800" dirty="0"/>
          </a:p>
        </p:txBody>
      </p:sp>
      <p:pic>
        <p:nvPicPr>
          <p:cNvPr id="7" name="Picture 6" descr="abacus-t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96" y="4653683"/>
            <a:ext cx="1571604" cy="4898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414" y="205979"/>
            <a:ext cx="7472386" cy="857250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IMPORTANCE &amp; BENEFITS OF </a:t>
            </a:r>
            <a:b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VIVA</a:t>
            </a:r>
            <a:r>
              <a:rPr lang="en-US" sz="40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FRANCHISE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729053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</a:t>
            </a:r>
            <a:r>
              <a:rPr lang="en-US" sz="24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Support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  <a:cs typeface="+mn-cs"/>
              </a:rPr>
              <a:t>Marketing strategies: </a:t>
            </a:r>
            <a:endParaRPr lang="en-US" sz="2000" dirty="0" smtClean="0">
              <a:solidFill>
                <a:schemeClr val="tx1"/>
              </a:solidFill>
              <a:latin typeface="+mn-lt"/>
              <a:cs typeface="+mn-cs"/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  <a:cs typeface="+mn-cs"/>
              </a:rPr>
              <a:t>Online Marketing: </a:t>
            </a:r>
            <a:endParaRPr lang="en-US" sz="2000" dirty="0" smtClean="0">
              <a:solidFill>
                <a:schemeClr val="tx1"/>
              </a:solidFill>
              <a:latin typeface="+mn-lt"/>
              <a:cs typeface="+mn-cs"/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  <a:cs typeface="+mn-cs"/>
              </a:rPr>
              <a:t>How to handle enquiries</a:t>
            </a:r>
            <a:r>
              <a:rPr lang="en-US" sz="2000" dirty="0" smtClean="0">
                <a:solidFill>
                  <a:schemeClr val="tx1"/>
                </a:solidFill>
                <a:latin typeface="+mn-lt"/>
                <a:cs typeface="+mn-cs"/>
              </a:rPr>
              <a:t>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  <a:cs typeface="+mn-cs"/>
              </a:rPr>
              <a:t>Teaching students effectively: </a:t>
            </a:r>
            <a:endParaRPr lang="en-US" sz="2000" dirty="0" smtClean="0">
              <a:solidFill>
                <a:schemeClr val="tx1"/>
              </a:solidFill>
              <a:latin typeface="+mn-lt"/>
              <a:cs typeface="+mn-cs"/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  <a:cs typeface="+mn-cs"/>
              </a:rPr>
              <a:t>Competitions: </a:t>
            </a:r>
            <a:endParaRPr lang="en-US" sz="2000" dirty="0" smtClean="0">
              <a:solidFill>
                <a:schemeClr val="tx1"/>
              </a:solidFill>
              <a:latin typeface="+mn-lt"/>
              <a:cs typeface="+mn-cs"/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  <a:cs typeface="+mn-cs"/>
              </a:rPr>
              <a:t>How to get the best performance from students</a:t>
            </a:r>
            <a:r>
              <a:rPr lang="en-US" sz="2000" dirty="0" smtClean="0">
                <a:solidFill>
                  <a:schemeClr val="tx1"/>
                </a:solidFill>
                <a:latin typeface="+mn-lt"/>
                <a:cs typeface="+mn-cs"/>
              </a:rPr>
              <a:t>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  <a:cs typeface="+mn-cs"/>
              </a:rPr>
              <a:t>Parent-Teacher Sessions</a:t>
            </a:r>
            <a:r>
              <a:rPr lang="en-US" sz="2000" dirty="0" smtClean="0">
                <a:solidFill>
                  <a:schemeClr val="tx1"/>
                </a:solidFill>
                <a:latin typeface="+mn-lt"/>
                <a:cs typeface="+mn-cs"/>
              </a:rPr>
              <a:t>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  <a:cs typeface="+mn-cs"/>
              </a:rPr>
              <a:t>Parents' queries: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Our Existing Branches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657615"/>
          </a:xfrm>
        </p:spPr>
        <p:txBody>
          <a:bodyPr/>
          <a:lstStyle/>
          <a:p>
            <a:r>
              <a:rPr lang="en-US" sz="2400" dirty="0" smtClean="0"/>
              <a:t>53, </a:t>
            </a:r>
            <a:r>
              <a:rPr lang="en-US" sz="2400" dirty="0" err="1" smtClean="0"/>
              <a:t>Mayur</a:t>
            </a:r>
            <a:r>
              <a:rPr lang="en-US" sz="2400" dirty="0" smtClean="0"/>
              <a:t> Market, </a:t>
            </a:r>
            <a:r>
              <a:rPr lang="en-US" sz="2400" dirty="0" err="1" smtClean="0"/>
              <a:t>Thatipur</a:t>
            </a:r>
            <a:r>
              <a:rPr lang="en-US" sz="2400" dirty="0" smtClean="0"/>
              <a:t>, Gwalior</a:t>
            </a:r>
          </a:p>
          <a:p>
            <a:r>
              <a:rPr lang="en-US" sz="2400" dirty="0" smtClean="0"/>
              <a:t>B1, B2 </a:t>
            </a:r>
            <a:r>
              <a:rPr lang="en-US" sz="2400" dirty="0" err="1" smtClean="0"/>
              <a:t>Chauhan</a:t>
            </a:r>
            <a:r>
              <a:rPr lang="en-US" sz="2400" dirty="0" smtClean="0"/>
              <a:t> </a:t>
            </a:r>
            <a:r>
              <a:rPr lang="en-US" sz="2400" dirty="0" err="1" smtClean="0"/>
              <a:t>Piyau</a:t>
            </a:r>
            <a:r>
              <a:rPr lang="en-US" sz="2400" dirty="0" smtClean="0"/>
              <a:t>, </a:t>
            </a:r>
            <a:r>
              <a:rPr lang="en-US" sz="2400" dirty="0" err="1" smtClean="0"/>
              <a:t>Morar</a:t>
            </a:r>
            <a:r>
              <a:rPr lang="en-US" sz="2400" dirty="0" smtClean="0"/>
              <a:t>, Gwalior</a:t>
            </a:r>
          </a:p>
          <a:p>
            <a:r>
              <a:rPr lang="en-US" sz="2400" dirty="0" err="1" smtClean="0"/>
              <a:t>Sukh</a:t>
            </a:r>
            <a:r>
              <a:rPr lang="en-US" sz="2400" dirty="0" smtClean="0"/>
              <a:t> Mansion, </a:t>
            </a:r>
            <a:r>
              <a:rPr lang="en-US" sz="2400" dirty="0" err="1" smtClean="0"/>
              <a:t>Vinay</a:t>
            </a:r>
            <a:r>
              <a:rPr lang="en-US" sz="2400" dirty="0" smtClean="0"/>
              <a:t> Nagar, Gwalior</a:t>
            </a:r>
          </a:p>
          <a:p>
            <a:r>
              <a:rPr lang="en-US" sz="2400" dirty="0" smtClean="0"/>
              <a:t>Kids Paradise School, DD Nagar, Gwalior</a:t>
            </a:r>
          </a:p>
          <a:p>
            <a:r>
              <a:rPr lang="en-US" sz="2400" dirty="0" smtClean="0"/>
              <a:t>106, Yamuna Nagar, </a:t>
            </a:r>
            <a:r>
              <a:rPr lang="en-US" sz="2400" dirty="0" err="1" smtClean="0"/>
              <a:t>Darpan</a:t>
            </a:r>
            <a:r>
              <a:rPr lang="en-US" sz="2400" dirty="0" smtClean="0"/>
              <a:t> Colony, Gwalior</a:t>
            </a:r>
          </a:p>
          <a:p>
            <a:r>
              <a:rPr lang="en-US" sz="2400" dirty="0" smtClean="0"/>
              <a:t> Crest International School, </a:t>
            </a:r>
            <a:r>
              <a:rPr lang="en-US" sz="2400" dirty="0" err="1" smtClean="0"/>
              <a:t>Dabra</a:t>
            </a:r>
            <a:endParaRPr lang="en-US" sz="2400" dirty="0" smtClean="0"/>
          </a:p>
          <a:p>
            <a:r>
              <a:rPr lang="en-US" sz="2400" dirty="0" smtClean="0"/>
              <a:t>JP public School, </a:t>
            </a:r>
            <a:r>
              <a:rPr lang="en-US" sz="2400" dirty="0" err="1" smtClean="0"/>
              <a:t>Datia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and many More……………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Contact us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657615"/>
          </a:xfrm>
        </p:spPr>
        <p:txBody>
          <a:bodyPr/>
          <a:lstStyle/>
          <a:p>
            <a:r>
              <a:rPr lang="en-US" sz="2400" dirty="0" smtClean="0"/>
              <a:t>Viva Technologies - 53, </a:t>
            </a:r>
            <a:r>
              <a:rPr lang="en-US" sz="2400" dirty="0" err="1" smtClean="0"/>
              <a:t>Mayur</a:t>
            </a:r>
            <a:r>
              <a:rPr lang="en-US" sz="2400" dirty="0" smtClean="0"/>
              <a:t> Market, </a:t>
            </a:r>
            <a:r>
              <a:rPr lang="en-US" sz="2400" dirty="0" err="1" smtClean="0"/>
              <a:t>Thatipur</a:t>
            </a:r>
            <a:r>
              <a:rPr lang="en-US" sz="2400" dirty="0" smtClean="0"/>
              <a:t>, Gwalior</a:t>
            </a:r>
          </a:p>
          <a:p>
            <a:r>
              <a:rPr lang="en-US" sz="2400" b="1" dirty="0" smtClean="0"/>
              <a:t>94257-01888</a:t>
            </a:r>
          </a:p>
          <a:p>
            <a:r>
              <a:rPr lang="en-US" sz="2400" b="1" dirty="0" smtClean="0"/>
              <a:t>94257-02888</a:t>
            </a:r>
          </a:p>
          <a:p>
            <a:r>
              <a:rPr lang="en-US" sz="2400" b="1" dirty="0" smtClean="0"/>
              <a:t>94257-03888</a:t>
            </a:r>
          </a:p>
          <a:p>
            <a:r>
              <a:rPr lang="en-US" sz="2400" dirty="0" smtClean="0"/>
              <a:t>E-mail</a:t>
            </a:r>
            <a:r>
              <a:rPr lang="en-US" sz="2400" smtClean="0"/>
              <a:t>: </a:t>
            </a:r>
            <a:r>
              <a:rPr lang="en-US" sz="2400" smtClean="0">
                <a:hlinkClick r:id="rId2"/>
              </a:rPr>
              <a:t>vivatechgwl@gmail.com</a:t>
            </a:r>
            <a:endParaRPr lang="en-US" sz="24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11123</TotalTime>
  <Words>836</Words>
  <Application>Microsoft Office PowerPoint</Application>
  <PresentationFormat>On-screen Show (16:9)</PresentationFormat>
  <Paragraphs>178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Diseño predeterminado</vt:lpstr>
      <vt:lpstr>ABACUS</vt:lpstr>
      <vt:lpstr>WHAT IS ABACUS</vt:lpstr>
      <vt:lpstr>Left &amp; Right Brain</vt:lpstr>
      <vt:lpstr>Slide 4</vt:lpstr>
      <vt:lpstr>Power Of Right Brain</vt:lpstr>
      <vt:lpstr>Power Of Right Brain</vt:lpstr>
      <vt:lpstr>ELIGIBILITY</vt:lpstr>
      <vt:lpstr>COURSE DETAILS</vt:lpstr>
      <vt:lpstr>HOW TO LEARN - BEST METHOD</vt:lpstr>
      <vt:lpstr>Abacus Classes for kids</vt:lpstr>
      <vt:lpstr>Abacus Classes for kids</vt:lpstr>
      <vt:lpstr>Teach Your Own Child</vt:lpstr>
      <vt:lpstr>Teach Your Own Child</vt:lpstr>
      <vt:lpstr>Abacus Teacher Training</vt:lpstr>
      <vt:lpstr>WHY US ?</vt:lpstr>
      <vt:lpstr>FRANCHISE</vt:lpstr>
      <vt:lpstr>ABACUS TEACHER TRAINING</vt:lpstr>
      <vt:lpstr>ABACUS TEACHER TRAINING</vt:lpstr>
      <vt:lpstr>Slide 19</vt:lpstr>
      <vt:lpstr>FRANCHISE</vt:lpstr>
      <vt:lpstr>Slide 21</vt:lpstr>
      <vt:lpstr>WHY US?</vt:lpstr>
      <vt:lpstr>WHY US?</vt:lpstr>
      <vt:lpstr>IMPORTANCE &amp; BENEFITS OF  VIVA FRANCHISE</vt:lpstr>
      <vt:lpstr>IMPORTANT TERMS  &amp; CONDITIONS</vt:lpstr>
      <vt:lpstr>Roles &amp; Responsibility </vt:lpstr>
      <vt:lpstr>IMPORTANCE &amp; BENEFITS OF  VIVA FRANCHISE</vt:lpstr>
      <vt:lpstr>Our Existing Branches</vt:lpstr>
      <vt:lpstr>Contact us 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ABHINAV</cp:lastModifiedBy>
  <cp:revision>800</cp:revision>
  <dcterms:created xsi:type="dcterms:W3CDTF">2010-05-23T14:28:12Z</dcterms:created>
  <dcterms:modified xsi:type="dcterms:W3CDTF">2025-10-14T10:01:57Z</dcterms:modified>
</cp:coreProperties>
</file>